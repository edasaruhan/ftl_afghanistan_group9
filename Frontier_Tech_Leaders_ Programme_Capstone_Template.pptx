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notesSlides/notesSlide3.xml" ContentType="application/vnd.openxmlformats-officedocument.presentationml.notesSlide+xml"/>
  <Override PartName="/ppt/ink/ink5.xml" ContentType="application/inkml+xml"/>
  <Override PartName="/ppt/ink/ink6.xml" ContentType="application/inkml+xml"/>
  <Override PartName="/ppt/notesSlides/notesSlide4.xml" ContentType="application/vnd.openxmlformats-officedocument.presentationml.notesSlide+xml"/>
  <Override PartName="/ppt/ink/ink7.xml" ContentType="application/inkml+xml"/>
  <Override PartName="/ppt/ink/ink8.xml" ContentType="application/inkml+xml"/>
  <Override PartName="/ppt/notesSlides/notesSlide5.xml" ContentType="application/vnd.openxmlformats-officedocument.presentationml.notesSlide+xml"/>
  <Override PartName="/ppt/ink/ink9.xml" ContentType="application/inkml+xml"/>
  <Override PartName="/ppt/ink/ink10.xml" ContentType="application/inkml+xml"/>
  <Override PartName="/ppt/notesSlides/notesSlide6.xml" ContentType="application/vnd.openxmlformats-officedocument.presentationml.notesSlide+xml"/>
  <Override PartName="/ppt/ink/ink11.xml" ContentType="application/inkml+xml"/>
  <Override PartName="/ppt/ink/ink12.xml" ContentType="application/inkml+xml"/>
  <Override PartName="/ppt/notesSlides/notesSlide7.xml" ContentType="application/vnd.openxmlformats-officedocument.presentationml.notesSlide+xml"/>
  <Override PartName="/ppt/ink/ink13.xml" ContentType="application/inkml+xml"/>
  <Override PartName="/ppt/ink/ink14.xml" ContentType="application/inkml+xml"/>
  <Override PartName="/ppt/notesSlides/notesSlide8.xml" ContentType="application/vnd.openxmlformats-officedocument.presentationml.notesSlide+xml"/>
  <Override PartName="/ppt/ink/ink15.xml" ContentType="application/inkml+xml"/>
  <Override PartName="/ppt/ink/ink16.xml" ContentType="application/inkml+xml"/>
  <Override PartName="/ppt/notesSlides/notesSlide9.xml" ContentType="application/vnd.openxmlformats-officedocument.presentationml.notesSlide+xml"/>
  <Override PartName="/ppt/ink/ink17.xml" ContentType="application/inkml+xml"/>
  <Override PartName="/ppt/ink/ink18.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1"/>
  </p:notesMasterIdLst>
  <p:sldIdLst>
    <p:sldId id="256" r:id="rId5"/>
    <p:sldId id="278" r:id="rId6"/>
    <p:sldId id="258" r:id="rId7"/>
    <p:sldId id="269" r:id="rId8"/>
    <p:sldId id="270" r:id="rId9"/>
    <p:sldId id="271" r:id="rId10"/>
    <p:sldId id="281" r:id="rId11"/>
    <p:sldId id="272" r:id="rId12"/>
    <p:sldId id="282" r:id="rId13"/>
    <p:sldId id="274" r:id="rId14"/>
    <p:sldId id="286" r:id="rId15"/>
    <p:sldId id="283" r:id="rId16"/>
    <p:sldId id="287" r:id="rId17"/>
    <p:sldId id="284" r:id="rId18"/>
    <p:sldId id="277" r:id="rId19"/>
    <p:sldId id="268"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9DF855-2044-4378-D382-97019082214F}" name="Eda nur Saruhan" initials="" userId="S::eda.nur.saruhan@undp.org::c5d9941d-5539-4cc6-837d-40b768a4e45a" providerId="AD"/>
  <p188:author id="{5773C6ED-D5C0-6998-8565-4039F0794B89}" name="carlosnieto_r@hotmail.com" initials="ca" userId="S::urn:spo:guest#carlosnieto_r@hotmail.com::" providerId="AD"/>
  <p188:author id="{AD2977F2-1110-00CA-B921-CFBBF1E22859}" name="Ipek Beril Benli" initials="IB" userId="S::ipek.beril.benli@undp.org::8f9c5f4b-b22c-49ff-bdd5-d07e2760743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2A49"/>
    <a:srgbClr val="4618DE"/>
    <a:srgbClr val="6E1E90"/>
    <a:srgbClr val="F04A23"/>
    <a:srgbClr val="EE482C"/>
    <a:srgbClr val="4617DE"/>
    <a:srgbClr val="FE2E46"/>
    <a:srgbClr val="9D67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0D9A46-20DF-48B3-A542-164CA64A4D0A}" v="8" dt="2024-06-24T07:15:45.40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BCC"/>
          </a:solidFill>
        </a:fill>
      </a:tcStyle>
    </a:wholeTbl>
    <a:band2H>
      <a:tcTxStyle/>
      <a:tcStyle>
        <a:tcBdr/>
        <a:fill>
          <a:solidFill>
            <a:srgbClr val="FFF5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chemeClr val="accent5">
              <a:alpha val="20000"/>
            </a:schemeClr>
          </a:solidFill>
        </a:fill>
      </a:tcStyle>
    </a:wholeTbl>
    <a:band2H>
      <a:tcTxStyle/>
      <a:tcStyle>
        <a:tcBdr/>
        <a:fill>
          <a:solidFill>
            <a:srgbClr val="FFFFFF"/>
          </a:solidFill>
        </a:fill>
      </a:tcStyle>
    </a:band2H>
    <a:firstCol>
      <a:tcTxStyle b="on"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chemeClr val="accent5">
              <a:alpha val="20000"/>
            </a:schemeClr>
          </a:solidFill>
        </a:fill>
      </a:tcStyle>
    </a:firstCol>
    <a:lastRow>
      <a:tcTxStyle b="on"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508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noFill/>
        </a:fill>
      </a:tcStyle>
    </a:lastRow>
    <a:firstRow>
      <a:tcTxStyle b="on" i="off">
        <a:fontRef idx="major">
          <a:srgbClr val="FEFFFE"/>
        </a:fontRef>
        <a:srgbClr val="FEFFFE"/>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254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noFill/>
        </a:fill>
      </a:tcStyle>
    </a:firstRow>
  </a:tblStyle>
  <a:tblStyle styleId="{EEE7283C-3CF3-47DC-8721-378D4A62B228}"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4E2"/>
          </a:solidFill>
        </a:fill>
      </a:tcStyle>
    </a:wholeTbl>
    <a:band2H>
      <a:tcTxStyle/>
      <a:tcStyle>
        <a:tcBdr/>
        <a:fill>
          <a:solidFill>
            <a:srgbClr val="E9EBF1"/>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FEFFFE"/>
        </a:fontRef>
        <a:srgbClr val="FEFFF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FEFFFE"/>
        </a:fontRef>
        <a:srgbClr val="FEFFFE"/>
      </a:tcTxStyle>
      <a:tcStyle>
        <a:tcBdr>
          <a:left>
            <a:ln w="12700" cap="flat">
              <a:noFill/>
              <a:miter lim="400000"/>
            </a:ln>
          </a:left>
          <a:right>
            <a:ln w="12700" cap="flat">
              <a:noFill/>
              <a:miter lim="400000"/>
            </a:ln>
          </a:right>
          <a:top>
            <a:ln w="50800" cap="flat">
              <a:solidFill>
                <a:srgbClr val="FEFFFE"/>
              </a:solidFill>
              <a:prstDash val="solid"/>
              <a:round/>
            </a:ln>
          </a:top>
          <a:bottom>
            <a:ln w="25400" cap="flat">
              <a:solidFill>
                <a:srgbClr val="FEFFF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FEFFFE"/>
              </a:solidFill>
              <a:prstDash val="solid"/>
              <a:round/>
            </a:ln>
          </a:top>
          <a:bottom>
            <a:ln w="25400" cap="flat">
              <a:solidFill>
                <a:srgbClr val="FEFFF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FEFFFE"/>
        </a:fontRef>
        <a:srgbClr val="FEFFF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EFFF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EFFF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EFFF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0" d="100"/>
          <a:sy n="60" d="100"/>
        </p:scale>
        <p:origin x="1522" y="4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nieto_r@hotmail.com" userId="S::urn:spo:guest#carlosnieto_r@hotmail.com::" providerId="AD" clId="Web-{F53A8B4D-EAD8-2A0D-F33B-B7B36ABB47B1}"/>
    <pc:docChg chg="addSld modSld">
      <pc:chgData name="carlosnieto_r@hotmail.com" userId="S::urn:spo:guest#carlosnieto_r@hotmail.com::" providerId="AD" clId="Web-{F53A8B4D-EAD8-2A0D-F33B-B7B36ABB47B1}" dt="2024-03-18T22:39:05.388" v="289" actId="1076"/>
      <pc:docMkLst>
        <pc:docMk/>
      </pc:docMkLst>
      <pc:sldChg chg="modSp">
        <pc:chgData name="carlosnieto_r@hotmail.com" userId="S::urn:spo:guest#carlosnieto_r@hotmail.com::" providerId="AD" clId="Web-{F53A8B4D-EAD8-2A0D-F33B-B7B36ABB47B1}" dt="2024-03-18T22:39:05.388" v="289" actId="1076"/>
        <pc:sldMkLst>
          <pc:docMk/>
          <pc:sldMk cId="0" sldId="259"/>
        </pc:sldMkLst>
        <pc:spChg chg="mod">
          <ac:chgData name="carlosnieto_r@hotmail.com" userId="S::urn:spo:guest#carlosnieto_r@hotmail.com::" providerId="AD" clId="Web-{F53A8B4D-EAD8-2A0D-F33B-B7B36ABB47B1}" dt="2024-03-18T22:27:48.032" v="281" actId="20577"/>
          <ac:spMkLst>
            <pc:docMk/>
            <pc:sldMk cId="0" sldId="259"/>
            <ac:spMk id="506" creationId="{00000000-0000-0000-0000-000000000000}"/>
          </ac:spMkLst>
        </pc:spChg>
        <pc:spChg chg="mod">
          <ac:chgData name="carlosnieto_r@hotmail.com" userId="S::urn:spo:guest#carlosnieto_r@hotmail.com::" providerId="AD" clId="Web-{F53A8B4D-EAD8-2A0D-F33B-B7B36ABB47B1}" dt="2024-03-18T22:28:08.143" v="288" actId="20577"/>
          <ac:spMkLst>
            <pc:docMk/>
            <pc:sldMk cId="0" sldId="259"/>
            <ac:spMk id="507" creationId="{00000000-0000-0000-0000-000000000000}"/>
          </ac:spMkLst>
        </pc:spChg>
        <pc:picChg chg="mod">
          <ac:chgData name="carlosnieto_r@hotmail.com" userId="S::urn:spo:guest#carlosnieto_r@hotmail.com::" providerId="AD" clId="Web-{F53A8B4D-EAD8-2A0D-F33B-B7B36ABB47B1}" dt="2024-03-18T22:39:05.388" v="289" actId="1076"/>
          <ac:picMkLst>
            <pc:docMk/>
            <pc:sldMk cId="0" sldId="259"/>
            <ac:picMk id="3" creationId="{1B1C7B2C-ED9C-D5AE-DCFE-246E262EE449}"/>
          </ac:picMkLst>
        </pc:picChg>
      </pc:sldChg>
      <pc:sldChg chg="modSp">
        <pc:chgData name="carlosnieto_r@hotmail.com" userId="S::urn:spo:guest#carlosnieto_r@hotmail.com::" providerId="AD" clId="Web-{F53A8B4D-EAD8-2A0D-F33B-B7B36ABB47B1}" dt="2024-03-18T19:35:34.110" v="0" actId="14100"/>
        <pc:sldMkLst>
          <pc:docMk/>
          <pc:sldMk cId="2496000186" sldId="278"/>
        </pc:sldMkLst>
        <pc:spChg chg="mod">
          <ac:chgData name="carlosnieto_r@hotmail.com" userId="S::urn:spo:guest#carlosnieto_r@hotmail.com::" providerId="AD" clId="Web-{F53A8B4D-EAD8-2A0D-F33B-B7B36ABB47B1}" dt="2024-03-18T19:35:34.110" v="0" actId="14100"/>
          <ac:spMkLst>
            <pc:docMk/>
            <pc:sldMk cId="2496000186" sldId="278"/>
            <ac:spMk id="3" creationId="{003444FC-51D7-B572-A68F-6B96711B8186}"/>
          </ac:spMkLst>
        </pc:spChg>
      </pc:sldChg>
      <pc:sldChg chg="modSp">
        <pc:chgData name="carlosnieto_r@hotmail.com" userId="S::urn:spo:guest#carlosnieto_r@hotmail.com::" providerId="AD" clId="Web-{F53A8B4D-EAD8-2A0D-F33B-B7B36ABB47B1}" dt="2024-03-18T22:27:42.032" v="279" actId="20577"/>
        <pc:sldMkLst>
          <pc:docMk/>
          <pc:sldMk cId="950368928" sldId="279"/>
        </pc:sldMkLst>
        <pc:spChg chg="mod">
          <ac:chgData name="carlosnieto_r@hotmail.com" userId="S::urn:spo:guest#carlosnieto_r@hotmail.com::" providerId="AD" clId="Web-{F53A8B4D-EAD8-2A0D-F33B-B7B36ABB47B1}" dt="2024-03-18T22:27:42.032" v="279" actId="20577"/>
          <ac:spMkLst>
            <pc:docMk/>
            <pc:sldMk cId="950368928" sldId="279"/>
            <ac:spMk id="506" creationId="{00000000-0000-0000-0000-000000000000}"/>
          </ac:spMkLst>
        </pc:spChg>
        <pc:spChg chg="mod">
          <ac:chgData name="carlosnieto_r@hotmail.com" userId="S::urn:spo:guest#carlosnieto_r@hotmail.com::" providerId="AD" clId="Web-{F53A8B4D-EAD8-2A0D-F33B-B7B36ABB47B1}" dt="2024-03-18T22:27:36.313" v="277" actId="20577"/>
          <ac:spMkLst>
            <pc:docMk/>
            <pc:sldMk cId="950368928" sldId="279"/>
            <ac:spMk id="507" creationId="{00000000-0000-0000-0000-000000000000}"/>
          </ac:spMkLst>
        </pc:spChg>
      </pc:sldChg>
      <pc:sldChg chg="addSp delSp modSp add replId">
        <pc:chgData name="carlosnieto_r@hotmail.com" userId="S::urn:spo:guest#carlosnieto_r@hotmail.com::" providerId="AD" clId="Web-{F53A8B4D-EAD8-2A0D-F33B-B7B36ABB47B1}" dt="2024-03-18T19:57:00.631" v="275" actId="1076"/>
        <pc:sldMkLst>
          <pc:docMk/>
          <pc:sldMk cId="120320344" sldId="280"/>
        </pc:sldMkLst>
        <pc:spChg chg="del">
          <ac:chgData name="carlosnieto_r@hotmail.com" userId="S::urn:spo:guest#carlosnieto_r@hotmail.com::" providerId="AD" clId="Web-{F53A8B4D-EAD8-2A0D-F33B-B7B36ABB47B1}" dt="2024-03-18T19:55:26.411" v="247"/>
          <ac:spMkLst>
            <pc:docMk/>
            <pc:sldMk cId="120320344" sldId="280"/>
            <ac:spMk id="2" creationId="{E8675B7B-8ADE-7024-6D9D-D40452FA7DBF}"/>
          </ac:spMkLst>
        </pc:spChg>
        <pc:spChg chg="mod topLvl">
          <ac:chgData name="carlosnieto_r@hotmail.com" userId="S::urn:spo:guest#carlosnieto_r@hotmail.com::" providerId="AD" clId="Web-{F53A8B4D-EAD8-2A0D-F33B-B7B36ABB47B1}" dt="2024-03-18T19:50:01.937" v="188" actId="1076"/>
          <ac:spMkLst>
            <pc:docMk/>
            <pc:sldMk cId="120320344" sldId="280"/>
            <ac:spMk id="6" creationId="{729907CF-28C8-76FC-F272-DD22902DCB61}"/>
          </ac:spMkLst>
        </pc:spChg>
        <pc:spChg chg="mod topLvl">
          <ac:chgData name="carlosnieto_r@hotmail.com" userId="S::urn:spo:guest#carlosnieto_r@hotmail.com::" providerId="AD" clId="Web-{F53A8B4D-EAD8-2A0D-F33B-B7B36ABB47B1}" dt="2024-03-18T19:50:01.952" v="189" actId="1076"/>
          <ac:spMkLst>
            <pc:docMk/>
            <pc:sldMk cId="120320344" sldId="280"/>
            <ac:spMk id="9" creationId="{D7C8A5E2-1CDB-34A1-4F44-C5E9A4E6D0E3}"/>
          </ac:spMkLst>
        </pc:spChg>
        <pc:spChg chg="add mod">
          <ac:chgData name="carlosnieto_r@hotmail.com" userId="S::urn:spo:guest#carlosnieto_r@hotmail.com::" providerId="AD" clId="Web-{F53A8B4D-EAD8-2A0D-F33B-B7B36ABB47B1}" dt="2024-03-18T19:41:36.663" v="57" actId="14100"/>
          <ac:spMkLst>
            <pc:docMk/>
            <pc:sldMk cId="120320344" sldId="280"/>
            <ac:spMk id="11" creationId="{2907164E-DADE-B21B-9D46-B3506F361DA8}"/>
          </ac:spMkLst>
        </pc:spChg>
        <pc:spChg chg="mod">
          <ac:chgData name="carlosnieto_r@hotmail.com" userId="S::urn:spo:guest#carlosnieto_r@hotmail.com::" providerId="AD" clId="Web-{F53A8B4D-EAD8-2A0D-F33B-B7B36ABB47B1}" dt="2024-03-18T19:55:45.348" v="252" actId="1076"/>
          <ac:spMkLst>
            <pc:docMk/>
            <pc:sldMk cId="120320344" sldId="280"/>
            <ac:spMk id="17" creationId="{1ED2B680-313A-C5B4-B6DE-5558729EBDBC}"/>
          </ac:spMkLst>
        </pc:spChg>
        <pc:spChg chg="add mod">
          <ac:chgData name="carlosnieto_r@hotmail.com" userId="S::urn:spo:guest#carlosnieto_r@hotmail.com::" providerId="AD" clId="Web-{F53A8B4D-EAD8-2A0D-F33B-B7B36ABB47B1}" dt="2024-03-18T19:49:37.061" v="147"/>
          <ac:spMkLst>
            <pc:docMk/>
            <pc:sldMk cId="120320344" sldId="280"/>
            <ac:spMk id="18" creationId="{C7BA5CB2-3F1C-9DB2-DD23-26889A3717B2}"/>
          </ac:spMkLst>
        </pc:spChg>
        <pc:spChg chg="add mod">
          <ac:chgData name="carlosnieto_r@hotmail.com" userId="S::urn:spo:guest#carlosnieto_r@hotmail.com::" providerId="AD" clId="Web-{F53A8B4D-EAD8-2A0D-F33B-B7B36ABB47B1}" dt="2024-03-18T19:54:49.644" v="234" actId="1076"/>
          <ac:spMkLst>
            <pc:docMk/>
            <pc:sldMk cId="120320344" sldId="280"/>
            <ac:spMk id="19" creationId="{9B6DDA39-9C4A-1821-CBC7-E5F706D0E1D2}"/>
          </ac:spMkLst>
        </pc:spChg>
        <pc:spChg chg="mod topLvl">
          <ac:chgData name="carlosnieto_r@hotmail.com" userId="S::urn:spo:guest#carlosnieto_r@hotmail.com::" providerId="AD" clId="Web-{F53A8B4D-EAD8-2A0D-F33B-B7B36ABB47B1}" dt="2024-03-18T19:54:52.660" v="236" actId="1076"/>
          <ac:spMkLst>
            <pc:docMk/>
            <pc:sldMk cId="120320344" sldId="280"/>
            <ac:spMk id="20" creationId="{2D223FF7-E4B4-E500-E3B0-B454BE607EFE}"/>
          </ac:spMkLst>
        </pc:spChg>
        <pc:spChg chg="mod topLvl">
          <ac:chgData name="carlosnieto_r@hotmail.com" userId="S::urn:spo:guest#carlosnieto_r@hotmail.com::" providerId="AD" clId="Web-{F53A8B4D-EAD8-2A0D-F33B-B7B36ABB47B1}" dt="2024-03-18T19:54:54.082" v="237" actId="14100"/>
          <ac:spMkLst>
            <pc:docMk/>
            <pc:sldMk cId="120320344" sldId="280"/>
            <ac:spMk id="21" creationId="{19A2B209-14B4-1DF6-AF53-0376998EBEE4}"/>
          </ac:spMkLst>
        </pc:spChg>
        <pc:spChg chg="mod topLvl">
          <ac:chgData name="carlosnieto_r@hotmail.com" userId="S::urn:spo:guest#carlosnieto_r@hotmail.com::" providerId="AD" clId="Web-{F53A8B4D-EAD8-2A0D-F33B-B7B36ABB47B1}" dt="2024-03-18T19:56:16.177" v="262" actId="1076"/>
          <ac:spMkLst>
            <pc:docMk/>
            <pc:sldMk cId="120320344" sldId="280"/>
            <ac:spMk id="22" creationId="{EA132B82-A1F9-4B61-5167-99A5B303EEE6}"/>
          </ac:spMkLst>
        </pc:spChg>
        <pc:spChg chg="mod topLvl">
          <ac:chgData name="carlosnieto_r@hotmail.com" userId="S::urn:spo:guest#carlosnieto_r@hotmail.com::" providerId="AD" clId="Web-{F53A8B4D-EAD8-2A0D-F33B-B7B36ABB47B1}" dt="2024-03-18T19:56:16.193" v="263" actId="1076"/>
          <ac:spMkLst>
            <pc:docMk/>
            <pc:sldMk cId="120320344" sldId="280"/>
            <ac:spMk id="23" creationId="{138E6255-F0B9-DC1A-B88E-366463D5555E}"/>
          </ac:spMkLst>
        </pc:spChg>
        <pc:spChg chg="mod">
          <ac:chgData name="carlosnieto_r@hotmail.com" userId="S::urn:spo:guest#carlosnieto_r@hotmail.com::" providerId="AD" clId="Web-{F53A8B4D-EAD8-2A0D-F33B-B7B36ABB47B1}" dt="2024-03-18T19:55:43.020" v="251" actId="1076"/>
          <ac:spMkLst>
            <pc:docMk/>
            <pc:sldMk cId="120320344" sldId="280"/>
            <ac:spMk id="32" creationId="{ED9C0227-9F70-3620-FB4B-9F93D716E793}"/>
          </ac:spMkLst>
        </pc:spChg>
        <pc:spChg chg="add mod">
          <ac:chgData name="carlosnieto_r@hotmail.com" userId="S::urn:spo:guest#carlosnieto_r@hotmail.com::" providerId="AD" clId="Web-{F53A8B4D-EAD8-2A0D-F33B-B7B36ABB47B1}" dt="2024-03-18T19:54:51.457" v="235" actId="1076"/>
          <ac:spMkLst>
            <pc:docMk/>
            <pc:sldMk cId="120320344" sldId="280"/>
            <ac:spMk id="33" creationId="{44732D42-E9C2-DA5E-B5F2-F3BBDDB6B19E}"/>
          </ac:spMkLst>
        </pc:spChg>
        <pc:spChg chg="add mod">
          <ac:chgData name="carlosnieto_r@hotmail.com" userId="S::urn:spo:guest#carlosnieto_r@hotmail.com::" providerId="AD" clId="Web-{F53A8B4D-EAD8-2A0D-F33B-B7B36ABB47B1}" dt="2024-03-18T19:55:13.207" v="243" actId="14100"/>
          <ac:spMkLst>
            <pc:docMk/>
            <pc:sldMk cId="120320344" sldId="280"/>
            <ac:spMk id="34" creationId="{91EF02A8-CE45-FEF6-1A38-5D79D3F9F10A}"/>
          </ac:spMkLst>
        </pc:spChg>
        <pc:spChg chg="add mod">
          <ac:chgData name="carlosnieto_r@hotmail.com" userId="S::urn:spo:guest#carlosnieto_r@hotmail.com::" providerId="AD" clId="Web-{F53A8B4D-EAD8-2A0D-F33B-B7B36ABB47B1}" dt="2024-03-18T19:49:37.061" v="151"/>
          <ac:spMkLst>
            <pc:docMk/>
            <pc:sldMk cId="120320344" sldId="280"/>
            <ac:spMk id="35" creationId="{2E92A36A-496F-B8E6-9F52-8DBB67A6E7D1}"/>
          </ac:spMkLst>
        </pc:spChg>
        <pc:spChg chg="add mod">
          <ac:chgData name="carlosnieto_r@hotmail.com" userId="S::urn:spo:guest#carlosnieto_r@hotmail.com::" providerId="AD" clId="Web-{F53A8B4D-EAD8-2A0D-F33B-B7B36ABB47B1}" dt="2024-03-18T19:53:01.627" v="226" actId="1076"/>
          <ac:spMkLst>
            <pc:docMk/>
            <pc:sldMk cId="120320344" sldId="280"/>
            <ac:spMk id="37" creationId="{2EDD8555-C8CE-F97B-8F6B-6F3389972614}"/>
          </ac:spMkLst>
        </pc:spChg>
        <pc:spChg chg="mod">
          <ac:chgData name="carlosnieto_r@hotmail.com" userId="S::urn:spo:guest#carlosnieto_r@hotmail.com::" providerId="AD" clId="Web-{F53A8B4D-EAD8-2A0D-F33B-B7B36ABB47B1}" dt="2024-03-18T19:56:39.881" v="270" actId="1076"/>
          <ac:spMkLst>
            <pc:docMk/>
            <pc:sldMk cId="120320344" sldId="280"/>
            <ac:spMk id="46" creationId="{C54B8327-53FB-BE71-1FB8-CCEE82EDA4C6}"/>
          </ac:spMkLst>
        </pc:spChg>
        <pc:spChg chg="mod">
          <ac:chgData name="carlosnieto_r@hotmail.com" userId="S::urn:spo:guest#carlosnieto_r@hotmail.com::" providerId="AD" clId="Web-{F53A8B4D-EAD8-2A0D-F33B-B7B36ABB47B1}" dt="2024-03-18T19:56:39.865" v="269" actId="1076"/>
          <ac:spMkLst>
            <pc:docMk/>
            <pc:sldMk cId="120320344" sldId="280"/>
            <ac:spMk id="47" creationId="{7BA62FE5-89A7-77A5-00CD-2232F7C21E15}"/>
          </ac:spMkLst>
        </pc:spChg>
        <pc:spChg chg="mod">
          <ac:chgData name="carlosnieto_r@hotmail.com" userId="S::urn:spo:guest#carlosnieto_r@hotmail.com::" providerId="AD" clId="Web-{F53A8B4D-EAD8-2A0D-F33B-B7B36ABB47B1}" dt="2024-03-18T19:50:56.547" v="201" actId="1076"/>
          <ac:spMkLst>
            <pc:docMk/>
            <pc:sldMk cId="120320344" sldId="280"/>
            <ac:spMk id="49" creationId="{BA88509C-296A-2C31-ACA8-B694930431F6}"/>
          </ac:spMkLst>
        </pc:spChg>
        <pc:spChg chg="mod">
          <ac:chgData name="carlosnieto_r@hotmail.com" userId="S::urn:spo:guest#carlosnieto_r@hotmail.com::" providerId="AD" clId="Web-{F53A8B4D-EAD8-2A0D-F33B-B7B36ABB47B1}" dt="2024-03-18T19:50:59.250" v="203" actId="1076"/>
          <ac:spMkLst>
            <pc:docMk/>
            <pc:sldMk cId="120320344" sldId="280"/>
            <ac:spMk id="50" creationId="{31975DC3-9F2B-A095-B689-E232E8C24A5F}"/>
          </ac:spMkLst>
        </pc:spChg>
        <pc:spChg chg="add mod">
          <ac:chgData name="carlosnieto_r@hotmail.com" userId="S::urn:spo:guest#carlosnieto_r@hotmail.com::" providerId="AD" clId="Web-{F53A8B4D-EAD8-2A0D-F33B-B7B36ABB47B1}" dt="2024-03-18T19:53:14.502" v="228" actId="1076"/>
          <ac:spMkLst>
            <pc:docMk/>
            <pc:sldMk cId="120320344" sldId="280"/>
            <ac:spMk id="57" creationId="{1A8A463F-0F77-4B26-9C58-B83B26BF3653}"/>
          </ac:spMkLst>
        </pc:spChg>
        <pc:grpChg chg="add del mod">
          <ac:chgData name="carlosnieto_r@hotmail.com" userId="S::urn:spo:guest#carlosnieto_r@hotmail.com::" providerId="AD" clId="Web-{F53A8B4D-EAD8-2A0D-F33B-B7B36ABB47B1}" dt="2024-03-18T19:44:04.634" v="85"/>
          <ac:grpSpMkLst>
            <pc:docMk/>
            <pc:sldMk cId="120320344" sldId="280"/>
            <ac:grpSpMk id="4" creationId="{8B0B3E5E-137D-21C6-07AD-F7788435EE00}"/>
          </ac:grpSpMkLst>
        </pc:grpChg>
        <pc:grpChg chg="topLvl">
          <ac:chgData name="carlosnieto_r@hotmail.com" userId="S::urn:spo:guest#carlosnieto_r@hotmail.com::" providerId="AD" clId="Web-{F53A8B4D-EAD8-2A0D-F33B-B7B36ABB47B1}" dt="2024-03-18T19:44:04.634" v="85"/>
          <ac:grpSpMkLst>
            <pc:docMk/>
            <pc:sldMk cId="120320344" sldId="280"/>
            <ac:grpSpMk id="5" creationId="{3A6BF3FC-11FE-1F54-8A35-5D810C81F866}"/>
          </ac:grpSpMkLst>
        </pc:grpChg>
        <pc:picChg chg="mod modCrop">
          <ac:chgData name="carlosnieto_r@hotmail.com" userId="S::urn:spo:guest#carlosnieto_r@hotmail.com::" providerId="AD" clId="Web-{F53A8B4D-EAD8-2A0D-F33B-B7B36ABB47B1}" dt="2024-03-18T19:55:47.864" v="253" actId="1076"/>
          <ac:picMkLst>
            <pc:docMk/>
            <pc:sldMk cId="120320344" sldId="280"/>
            <ac:picMk id="7" creationId="{F3E68E8E-E241-A433-3899-02FE5CB6CBD5}"/>
          </ac:picMkLst>
        </pc:picChg>
        <pc:picChg chg="mod modCrop">
          <ac:chgData name="carlosnieto_r@hotmail.com" userId="S::urn:spo:guest#carlosnieto_r@hotmail.com::" providerId="AD" clId="Web-{F53A8B4D-EAD8-2A0D-F33B-B7B36ABB47B1}" dt="2024-03-18T19:56:18.333" v="264" actId="1076"/>
          <ac:picMkLst>
            <pc:docMk/>
            <pc:sldMk cId="120320344" sldId="280"/>
            <ac:picMk id="28" creationId="{BB72A8A2-4F54-95FE-97F1-423A22C4ABDE}"/>
          </ac:picMkLst>
        </pc:picChg>
        <pc:picChg chg="mod modCrop">
          <ac:chgData name="carlosnieto_r@hotmail.com" userId="S::urn:spo:guest#carlosnieto_r@hotmail.com::" providerId="AD" clId="Web-{F53A8B4D-EAD8-2A0D-F33B-B7B36ABB47B1}" dt="2024-03-18T19:56:11.646" v="261" actId="1076"/>
          <ac:picMkLst>
            <pc:docMk/>
            <pc:sldMk cId="120320344" sldId="280"/>
            <ac:picMk id="29" creationId="{CD8F48FF-6BE3-6F16-C566-35970E0E71DA}"/>
          </ac:picMkLst>
        </pc:picChg>
        <pc:picChg chg="mod modCrop">
          <ac:chgData name="carlosnieto_r@hotmail.com" userId="S::urn:spo:guest#carlosnieto_r@hotmail.com::" providerId="AD" clId="Web-{F53A8B4D-EAD8-2A0D-F33B-B7B36ABB47B1}" dt="2024-03-18T19:56:57.850" v="274" actId="1076"/>
          <ac:picMkLst>
            <pc:docMk/>
            <pc:sldMk cId="120320344" sldId="280"/>
            <ac:picMk id="30" creationId="{C2AB9553-6AB1-B644-E2DD-029C1019518B}"/>
          </ac:picMkLst>
        </pc:picChg>
        <pc:picChg chg="mod modCrop">
          <ac:chgData name="carlosnieto_r@hotmail.com" userId="S::urn:spo:guest#carlosnieto_r@hotmail.com::" providerId="AD" clId="Web-{F53A8B4D-EAD8-2A0D-F33B-B7B36ABB47B1}" dt="2024-03-18T19:56:55.818" v="273" actId="1076"/>
          <ac:picMkLst>
            <pc:docMk/>
            <pc:sldMk cId="120320344" sldId="280"/>
            <ac:picMk id="38" creationId="{A760EEB7-2FF9-7863-A624-46FEBA1505B7}"/>
          </ac:picMkLst>
        </pc:picChg>
        <pc:picChg chg="mod ord modCrop">
          <ac:chgData name="carlosnieto_r@hotmail.com" userId="S::urn:spo:guest#carlosnieto_r@hotmail.com::" providerId="AD" clId="Web-{F53A8B4D-EAD8-2A0D-F33B-B7B36ABB47B1}" dt="2024-03-18T19:51:30.860" v="212" actId="1076"/>
          <ac:picMkLst>
            <pc:docMk/>
            <pc:sldMk cId="120320344" sldId="280"/>
            <ac:picMk id="39" creationId="{A372216B-59AC-59EF-8631-8B2934F5633E}"/>
          </ac:picMkLst>
        </pc:picChg>
        <pc:cxnChg chg="del">
          <ac:chgData name="carlosnieto_r@hotmail.com" userId="S::urn:spo:guest#carlosnieto_r@hotmail.com::" providerId="AD" clId="Web-{F53A8B4D-EAD8-2A0D-F33B-B7B36ABB47B1}" dt="2024-03-18T19:39:51.942" v="30"/>
          <ac:cxnSpMkLst>
            <pc:docMk/>
            <pc:sldMk cId="120320344" sldId="280"/>
            <ac:cxnSpMk id="40" creationId="{DF51BC57-93AB-C5BA-99C1-BFF5FED65AEA}"/>
          </ac:cxnSpMkLst>
        </pc:cxnChg>
        <pc:cxnChg chg="del">
          <ac:chgData name="carlosnieto_r@hotmail.com" userId="S::urn:spo:guest#carlosnieto_r@hotmail.com::" providerId="AD" clId="Web-{F53A8B4D-EAD8-2A0D-F33B-B7B36ABB47B1}" dt="2024-03-18T19:39:54.317" v="31"/>
          <ac:cxnSpMkLst>
            <pc:docMk/>
            <pc:sldMk cId="120320344" sldId="280"/>
            <ac:cxnSpMk id="41" creationId="{2C480BBD-5720-4BAB-3060-0A1B4D62D129}"/>
          </ac:cxnSpMkLst>
        </pc:cxnChg>
        <pc:cxnChg chg="del">
          <ac:chgData name="carlosnieto_r@hotmail.com" userId="S::urn:spo:guest#carlosnieto_r@hotmail.com::" providerId="AD" clId="Web-{F53A8B4D-EAD8-2A0D-F33B-B7B36ABB47B1}" dt="2024-03-18T19:39:58.646" v="32"/>
          <ac:cxnSpMkLst>
            <pc:docMk/>
            <pc:sldMk cId="120320344" sldId="280"/>
            <ac:cxnSpMk id="42" creationId="{43543C25-EE54-3503-A4A7-0A14A92D4C7A}"/>
          </ac:cxnSpMkLst>
        </pc:cxnChg>
        <pc:cxnChg chg="add del">
          <ac:chgData name="carlosnieto_r@hotmail.com" userId="S::urn:spo:guest#carlosnieto_r@hotmail.com::" providerId="AD" clId="Web-{F53A8B4D-EAD8-2A0D-F33B-B7B36ABB47B1}" dt="2024-03-18T19:40:10.161" v="37"/>
          <ac:cxnSpMkLst>
            <pc:docMk/>
            <pc:sldMk cId="120320344" sldId="280"/>
            <ac:cxnSpMk id="43" creationId="{73790B2E-F5EB-BEF0-8AB0-E71D1E1B3280}"/>
          </ac:cxnSpMkLst>
        </pc:cxnChg>
        <pc:cxnChg chg="del">
          <ac:chgData name="carlosnieto_r@hotmail.com" userId="S::urn:spo:guest#carlosnieto_r@hotmail.com::" providerId="AD" clId="Web-{F53A8B4D-EAD8-2A0D-F33B-B7B36ABB47B1}" dt="2024-03-18T19:40:38.912" v="45"/>
          <ac:cxnSpMkLst>
            <pc:docMk/>
            <pc:sldMk cId="120320344" sldId="280"/>
            <ac:cxnSpMk id="44" creationId="{4407A120-EE1F-5244-0302-8299DC2FB9C5}"/>
          </ac:cxnSpMkLst>
        </pc:cxnChg>
        <pc:cxnChg chg="del mod">
          <ac:chgData name="carlosnieto_r@hotmail.com" userId="S::urn:spo:guest#carlosnieto_r@hotmail.com::" providerId="AD" clId="Web-{F53A8B4D-EAD8-2A0D-F33B-B7B36ABB47B1}" dt="2024-03-18T19:40:23.365" v="39"/>
          <ac:cxnSpMkLst>
            <pc:docMk/>
            <pc:sldMk cId="120320344" sldId="280"/>
            <ac:cxnSpMk id="45" creationId="{647ABD6A-F199-3017-90E3-578CF1505C5A}"/>
          </ac:cxnSpMkLst>
        </pc:cxnChg>
        <pc:cxnChg chg="del mod">
          <ac:chgData name="carlosnieto_r@hotmail.com" userId="S::urn:spo:guest#carlosnieto_r@hotmail.com::" providerId="AD" clId="Web-{F53A8B4D-EAD8-2A0D-F33B-B7B36ABB47B1}" dt="2024-03-18T19:40:24.990" v="41"/>
          <ac:cxnSpMkLst>
            <pc:docMk/>
            <pc:sldMk cId="120320344" sldId="280"/>
            <ac:cxnSpMk id="48" creationId="{5EBC439E-31D3-88E5-F58F-BF9B5C473EA4}"/>
          </ac:cxnSpMkLst>
        </pc:cxnChg>
        <pc:cxnChg chg="add mod ord">
          <ac:chgData name="carlosnieto_r@hotmail.com" userId="S::urn:spo:guest#carlosnieto_r@hotmail.com::" providerId="AD" clId="Web-{F53A8B4D-EAD8-2A0D-F33B-B7B36ABB47B1}" dt="2024-03-18T19:48:05.669" v="136" actId="1076"/>
          <ac:cxnSpMkLst>
            <pc:docMk/>
            <pc:sldMk cId="120320344" sldId="280"/>
            <ac:cxnSpMk id="51" creationId="{82A73666-B8CE-EA11-A40A-F92791E19FC8}"/>
          </ac:cxnSpMkLst>
        </pc:cxnChg>
        <pc:cxnChg chg="add mod ord">
          <ac:chgData name="carlosnieto_r@hotmail.com" userId="S::urn:spo:guest#carlosnieto_r@hotmail.com::" providerId="AD" clId="Web-{F53A8B4D-EAD8-2A0D-F33B-B7B36ABB47B1}" dt="2024-03-18T19:49:43.577" v="158"/>
          <ac:cxnSpMkLst>
            <pc:docMk/>
            <pc:sldMk cId="120320344" sldId="280"/>
            <ac:cxnSpMk id="52" creationId="{A2AC81BC-54AF-2B99-46B2-86CC83CDCEC3}"/>
          </ac:cxnSpMkLst>
        </pc:cxnChg>
        <pc:cxnChg chg="add mod ord">
          <ac:chgData name="carlosnieto_r@hotmail.com" userId="S::urn:spo:guest#carlosnieto_r@hotmail.com::" providerId="AD" clId="Web-{F53A8B4D-EAD8-2A0D-F33B-B7B36ABB47B1}" dt="2024-03-18T19:57:00.631" v="275" actId="1076"/>
          <ac:cxnSpMkLst>
            <pc:docMk/>
            <pc:sldMk cId="120320344" sldId="280"/>
            <ac:cxnSpMk id="53" creationId="{B1A07ADE-0A9F-E494-A2F4-16CE219B1355}"/>
          </ac:cxnSpMkLst>
        </pc:cxnChg>
        <pc:cxnChg chg="add mod ord">
          <ac:chgData name="carlosnieto_r@hotmail.com" userId="S::urn:spo:guest#carlosnieto_r@hotmail.com::" providerId="AD" clId="Web-{F53A8B4D-EAD8-2A0D-F33B-B7B36ABB47B1}" dt="2024-03-18T19:49:44.749" v="170"/>
          <ac:cxnSpMkLst>
            <pc:docMk/>
            <pc:sldMk cId="120320344" sldId="280"/>
            <ac:cxnSpMk id="54" creationId="{E10DC444-773F-EE74-3B83-361B358D6AF0}"/>
          </ac:cxnSpMkLst>
        </pc:cxnChg>
        <pc:cxnChg chg="add mod ord">
          <ac:chgData name="carlosnieto_r@hotmail.com" userId="S::urn:spo:guest#carlosnieto_r@hotmail.com::" providerId="AD" clId="Web-{F53A8B4D-EAD8-2A0D-F33B-B7B36ABB47B1}" dt="2024-03-18T19:49:45.327" v="176"/>
          <ac:cxnSpMkLst>
            <pc:docMk/>
            <pc:sldMk cId="120320344" sldId="280"/>
            <ac:cxnSpMk id="55" creationId="{1EC39BDE-F794-9763-E9BB-6F366B1A9352}"/>
          </ac:cxnSpMkLst>
        </pc:cxnChg>
        <pc:cxnChg chg="add mod ord">
          <ac:chgData name="carlosnieto_r@hotmail.com" userId="S::urn:spo:guest#carlosnieto_r@hotmail.com::" providerId="AD" clId="Web-{F53A8B4D-EAD8-2A0D-F33B-B7B36ABB47B1}" dt="2024-03-18T19:55:23.786" v="246" actId="14100"/>
          <ac:cxnSpMkLst>
            <pc:docMk/>
            <pc:sldMk cId="120320344" sldId="280"/>
            <ac:cxnSpMk id="56" creationId="{56C22E82-B339-E70E-4267-F15F010FBCD8}"/>
          </ac:cxnSpMkLst>
        </pc:cxnChg>
      </pc:sldChg>
    </pc:docChg>
  </pc:docChgLst>
  <pc:docChgLst>
    <pc:chgData name="carlosnieto_r@hotmail.com" userId="S::urn:spo:guest#carlosnieto_r@hotmail.com::" providerId="AD" clId="Web-{D030A783-4C26-A712-4551-726DE7270034}"/>
    <pc:docChg chg="modSld">
      <pc:chgData name="carlosnieto_r@hotmail.com" userId="S::urn:spo:guest#carlosnieto_r@hotmail.com::" providerId="AD" clId="Web-{D030A783-4C26-A712-4551-726DE7270034}" dt="2024-03-13T01:06:02.255" v="76"/>
      <pc:docMkLst>
        <pc:docMk/>
      </pc:docMkLst>
      <pc:sldChg chg="addSp delSp modSp">
        <pc:chgData name="carlosnieto_r@hotmail.com" userId="S::urn:spo:guest#carlosnieto_r@hotmail.com::" providerId="AD" clId="Web-{D030A783-4C26-A712-4551-726DE7270034}" dt="2024-03-13T01:05:24.941" v="74" actId="1076"/>
        <pc:sldMkLst>
          <pc:docMk/>
          <pc:sldMk cId="3100614976" sldId="273"/>
        </pc:sldMkLst>
        <pc:spChg chg="mod">
          <ac:chgData name="carlosnieto_r@hotmail.com" userId="S::urn:spo:guest#carlosnieto_r@hotmail.com::" providerId="AD" clId="Web-{D030A783-4C26-A712-4551-726DE7270034}" dt="2024-03-13T00:41:24.537" v="43" actId="20577"/>
          <ac:spMkLst>
            <pc:docMk/>
            <pc:sldMk cId="3100614976" sldId="273"/>
            <ac:spMk id="3" creationId="{979D43DB-A45F-C2C8-8C84-190D400923E3}"/>
          </ac:spMkLst>
        </pc:spChg>
        <pc:spChg chg="mod">
          <ac:chgData name="carlosnieto_r@hotmail.com" userId="S::urn:spo:guest#carlosnieto_r@hotmail.com::" providerId="AD" clId="Web-{D030A783-4C26-A712-4551-726DE7270034}" dt="2024-03-13T00:42:31.474" v="49"/>
          <ac:spMkLst>
            <pc:docMk/>
            <pc:sldMk cId="3100614976" sldId="273"/>
            <ac:spMk id="6" creationId="{E7D517FB-1003-6D05-91E4-293B05A97B34}"/>
          </ac:spMkLst>
        </pc:spChg>
        <pc:spChg chg="add mod ord">
          <ac:chgData name="carlosnieto_r@hotmail.com" userId="S::urn:spo:guest#carlosnieto_r@hotmail.com::" providerId="AD" clId="Web-{D030A783-4C26-A712-4551-726DE7270034}" dt="2024-03-13T01:05:12.112" v="73"/>
          <ac:spMkLst>
            <pc:docMk/>
            <pc:sldMk cId="3100614976" sldId="273"/>
            <ac:spMk id="8" creationId="{D3340A16-0EF3-64EE-736A-D22EBB25567D}"/>
          </ac:spMkLst>
        </pc:spChg>
        <pc:spChg chg="add mod ord">
          <ac:chgData name="carlosnieto_r@hotmail.com" userId="S::urn:spo:guest#carlosnieto_r@hotmail.com::" providerId="AD" clId="Web-{D030A783-4C26-A712-4551-726DE7270034}" dt="2024-03-13T01:03:32.656" v="68"/>
          <ac:spMkLst>
            <pc:docMk/>
            <pc:sldMk cId="3100614976" sldId="273"/>
            <ac:spMk id="9" creationId="{663BAA7A-D014-0E3F-A35D-A2332903A467}"/>
          </ac:spMkLst>
        </pc:spChg>
        <pc:spChg chg="add mod ord">
          <ac:chgData name="carlosnieto_r@hotmail.com" userId="S::urn:spo:guest#carlosnieto_r@hotmail.com::" providerId="AD" clId="Web-{D030A783-4C26-A712-4551-726DE7270034}" dt="2024-03-13T01:03:51.828" v="70"/>
          <ac:spMkLst>
            <pc:docMk/>
            <pc:sldMk cId="3100614976" sldId="273"/>
            <ac:spMk id="10" creationId="{974653DD-A020-469A-9D2F-D37A52F5462D}"/>
          </ac:spMkLst>
        </pc:spChg>
        <pc:spChg chg="mod">
          <ac:chgData name="carlosnieto_r@hotmail.com" userId="S::urn:spo:guest#carlosnieto_r@hotmail.com::" providerId="AD" clId="Web-{D030A783-4C26-A712-4551-726DE7270034}" dt="2024-03-13T01:04:43.846" v="72" actId="1076"/>
          <ac:spMkLst>
            <pc:docMk/>
            <pc:sldMk cId="3100614976" sldId="273"/>
            <ac:spMk id="15" creationId="{C4E0842F-704B-C426-4A37-558AFD916484}"/>
          </ac:spMkLst>
        </pc:spChg>
        <pc:spChg chg="mod">
          <ac:chgData name="carlosnieto_r@hotmail.com" userId="S::urn:spo:guest#carlosnieto_r@hotmail.com::" providerId="AD" clId="Web-{D030A783-4C26-A712-4551-726DE7270034}" dt="2024-03-13T00:42:31.536" v="51"/>
          <ac:spMkLst>
            <pc:docMk/>
            <pc:sldMk cId="3100614976" sldId="273"/>
            <ac:spMk id="16" creationId="{980D5D0E-EF67-C018-CADB-A56496F8BA83}"/>
          </ac:spMkLst>
        </pc:spChg>
        <pc:spChg chg="mod">
          <ac:chgData name="carlosnieto_r@hotmail.com" userId="S::urn:spo:guest#carlosnieto_r@hotmail.com::" providerId="AD" clId="Web-{D030A783-4C26-A712-4551-726DE7270034}" dt="2024-03-13T00:42:04.615" v="45" actId="20577"/>
          <ac:spMkLst>
            <pc:docMk/>
            <pc:sldMk cId="3100614976" sldId="273"/>
            <ac:spMk id="20" creationId="{611B64EF-5774-AA47-ECB5-78D55F225085}"/>
          </ac:spMkLst>
        </pc:spChg>
        <pc:spChg chg="mod">
          <ac:chgData name="carlosnieto_r@hotmail.com" userId="S::urn:spo:guest#carlosnieto_r@hotmail.com::" providerId="AD" clId="Web-{D030A783-4C26-A712-4551-726DE7270034}" dt="2024-03-13T00:42:48.193" v="54" actId="20577"/>
          <ac:spMkLst>
            <pc:docMk/>
            <pc:sldMk cId="3100614976" sldId="273"/>
            <ac:spMk id="22" creationId="{A50DACE0-5200-8EC0-1F0D-C8C9F4216354}"/>
          </ac:spMkLst>
        </pc:spChg>
        <pc:spChg chg="del">
          <ac:chgData name="carlosnieto_r@hotmail.com" userId="S::urn:spo:guest#carlosnieto_r@hotmail.com::" providerId="AD" clId="Web-{D030A783-4C26-A712-4551-726DE7270034}" dt="2024-03-13T00:43:10.677" v="56"/>
          <ac:spMkLst>
            <pc:docMk/>
            <pc:sldMk cId="3100614976" sldId="273"/>
            <ac:spMk id="24" creationId="{078E7C97-4743-D485-A23B-F66F1B72C1F3}"/>
          </ac:spMkLst>
        </pc:spChg>
        <pc:spChg chg="mod">
          <ac:chgData name="carlosnieto_r@hotmail.com" userId="S::urn:spo:guest#carlosnieto_r@hotmail.com::" providerId="AD" clId="Web-{D030A783-4C26-A712-4551-726DE7270034}" dt="2024-03-13T01:05:24.941" v="74" actId="1076"/>
          <ac:spMkLst>
            <pc:docMk/>
            <pc:sldMk cId="3100614976" sldId="273"/>
            <ac:spMk id="25" creationId="{1E634D4C-F0A9-6627-F540-32FA237E4E0D}"/>
          </ac:spMkLst>
        </pc:spChg>
        <pc:spChg chg="mod">
          <ac:chgData name="carlosnieto_r@hotmail.com" userId="S::urn:spo:guest#carlosnieto_r@hotmail.com::" providerId="AD" clId="Web-{D030A783-4C26-A712-4551-726DE7270034}" dt="2024-03-13T00:42:54.161" v="55" actId="20577"/>
          <ac:spMkLst>
            <pc:docMk/>
            <pc:sldMk cId="3100614976" sldId="273"/>
            <ac:spMk id="26" creationId="{89347DA7-0937-C0D0-8E72-7089951AE62E}"/>
          </ac:spMkLst>
        </pc:spChg>
        <pc:spChg chg="del">
          <ac:chgData name="carlosnieto_r@hotmail.com" userId="S::urn:spo:guest#carlosnieto_r@hotmail.com::" providerId="AD" clId="Web-{D030A783-4C26-A712-4551-726DE7270034}" dt="2024-03-13T00:43:13.568" v="57"/>
          <ac:spMkLst>
            <pc:docMk/>
            <pc:sldMk cId="3100614976" sldId="273"/>
            <ac:spMk id="33" creationId="{CF79FC65-BF73-32AD-6EC2-E14B9D0D5184}"/>
          </ac:spMkLst>
        </pc:spChg>
        <pc:spChg chg="add del mod">
          <ac:chgData name="carlosnieto_r@hotmail.com" userId="S::urn:spo:guest#carlosnieto_r@hotmail.com::" providerId="AD" clId="Web-{D030A783-4C26-A712-4551-726DE7270034}" dt="2024-03-13T00:42:22.708" v="48"/>
          <ac:spMkLst>
            <pc:docMk/>
            <pc:sldMk cId="3100614976" sldId="273"/>
            <ac:spMk id="34" creationId="{AFBBE923-56FC-C1E4-1CED-6A4919A750CC}"/>
          </ac:spMkLst>
        </pc:spChg>
        <pc:spChg chg="del">
          <ac:chgData name="carlosnieto_r@hotmail.com" userId="S::urn:spo:guest#carlosnieto_r@hotmail.com::" providerId="AD" clId="Web-{D030A783-4C26-A712-4551-726DE7270034}" dt="2024-03-13T01:02:30.419" v="58"/>
          <ac:spMkLst>
            <pc:docMk/>
            <pc:sldMk cId="3100614976" sldId="273"/>
            <ac:spMk id="35" creationId="{9F3F4E4E-0F60-34B8-272E-605A3C092B5D}"/>
          </ac:spMkLst>
        </pc:spChg>
      </pc:sldChg>
      <pc:sldChg chg="addSp delSp modSp">
        <pc:chgData name="carlosnieto_r@hotmail.com" userId="S::urn:spo:guest#carlosnieto_r@hotmail.com::" providerId="AD" clId="Web-{D030A783-4C26-A712-4551-726DE7270034}" dt="2024-03-13T01:06:02.255" v="76"/>
        <pc:sldMkLst>
          <pc:docMk/>
          <pc:sldMk cId="2496000186" sldId="278"/>
        </pc:sldMkLst>
        <pc:spChg chg="add del mod">
          <ac:chgData name="carlosnieto_r@hotmail.com" userId="S::urn:spo:guest#carlosnieto_r@hotmail.com::" providerId="AD" clId="Web-{D030A783-4C26-A712-4551-726DE7270034}" dt="2024-03-13T00:39:42.131" v="27"/>
          <ac:spMkLst>
            <pc:docMk/>
            <pc:sldMk cId="2496000186" sldId="278"/>
            <ac:spMk id="7" creationId="{1ED2B680-313A-C5B4-B6DE-5558729EBDBC}"/>
          </ac:spMkLst>
        </pc:spChg>
        <pc:spChg chg="add mod">
          <ac:chgData name="carlosnieto_r@hotmail.com" userId="S::urn:spo:guest#carlosnieto_r@hotmail.com::" providerId="AD" clId="Web-{D030A783-4C26-A712-4551-726DE7270034}" dt="2024-03-13T00:39:19.647" v="20" actId="1076"/>
          <ac:spMkLst>
            <pc:docMk/>
            <pc:sldMk cId="2496000186" sldId="278"/>
            <ac:spMk id="11" creationId="{ED9C0227-9F70-3620-FB4B-9F93D716E793}"/>
          </ac:spMkLst>
        </pc:spChg>
        <pc:spChg chg="add mod">
          <ac:chgData name="carlosnieto_r@hotmail.com" userId="S::urn:spo:guest#carlosnieto_r@hotmail.com::" providerId="AD" clId="Web-{D030A783-4C26-A712-4551-726DE7270034}" dt="2024-03-13T00:39:33.178" v="24" actId="688"/>
          <ac:spMkLst>
            <pc:docMk/>
            <pc:sldMk cId="2496000186" sldId="278"/>
            <ac:spMk id="17" creationId="{1ED2B680-313A-C5B4-B6DE-5558729EBDBC}"/>
          </ac:spMkLst>
        </pc:spChg>
        <pc:spChg chg="del">
          <ac:chgData name="carlosnieto_r@hotmail.com" userId="S::urn:spo:guest#carlosnieto_r@hotmail.com::" providerId="AD" clId="Web-{D030A783-4C26-A712-4551-726DE7270034}" dt="2024-03-13T00:39:12.725" v="17"/>
          <ac:spMkLst>
            <pc:docMk/>
            <pc:sldMk cId="2496000186" sldId="278"/>
            <ac:spMk id="18" creationId="{1ED2B680-313A-C5B4-B6DE-5558729EBDBC}"/>
          </ac:spMkLst>
        </pc:spChg>
        <pc:spChg chg="del">
          <ac:chgData name="carlosnieto_r@hotmail.com" userId="S::urn:spo:guest#carlosnieto_r@hotmail.com::" providerId="AD" clId="Web-{D030A783-4C26-A712-4551-726DE7270034}" dt="2024-03-13T00:39:12.693" v="16"/>
          <ac:spMkLst>
            <pc:docMk/>
            <pc:sldMk cId="2496000186" sldId="278"/>
            <ac:spMk id="19" creationId="{ED9C0227-9F70-3620-FB4B-9F93D716E793}"/>
          </ac:spMkLst>
        </pc:spChg>
        <pc:spChg chg="add del mod">
          <ac:chgData name="carlosnieto_r@hotmail.com" userId="S::urn:spo:guest#carlosnieto_r@hotmail.com::" providerId="AD" clId="Web-{D030A783-4C26-A712-4551-726DE7270034}" dt="2024-03-13T00:40:15.928" v="34" actId="1076"/>
          <ac:spMkLst>
            <pc:docMk/>
            <pc:sldMk cId="2496000186" sldId="278"/>
            <ac:spMk id="32" creationId="{ED9C0227-9F70-3620-FB4B-9F93D716E793}"/>
          </ac:spMkLst>
        </pc:spChg>
        <pc:picChg chg="mod modCrop">
          <ac:chgData name="carlosnieto_r@hotmail.com" userId="S::urn:spo:guest#carlosnieto_r@hotmail.com::" providerId="AD" clId="Web-{D030A783-4C26-A712-4551-726DE7270034}" dt="2024-03-13T01:06:02.255" v="76"/>
          <ac:picMkLst>
            <pc:docMk/>
            <pc:sldMk cId="2496000186" sldId="278"/>
            <ac:picMk id="37" creationId="{6A0C88B0-0DD8-7690-400D-E3A68D67ABCD}"/>
          </ac:picMkLst>
        </pc:picChg>
      </pc:sldChg>
    </pc:docChg>
  </pc:docChgLst>
  <pc:docChgLst>
    <pc:chgData name="EDA NUR SARUHAN" userId="796a441a-389d-493a-b849-403485121362" providerId="ADAL" clId="{F50D9A46-20DF-48B3-A542-164CA64A4D0A}"/>
    <pc:docChg chg="undo redo custSel addSld delSld modSld sldOrd">
      <pc:chgData name="EDA NUR SARUHAN" userId="796a441a-389d-493a-b849-403485121362" providerId="ADAL" clId="{F50D9A46-20DF-48B3-A542-164CA64A4D0A}" dt="2024-06-24T07:16:17.609" v="221"/>
      <pc:docMkLst>
        <pc:docMk/>
      </pc:docMkLst>
      <pc:sldChg chg="modSp mod">
        <pc:chgData name="EDA NUR SARUHAN" userId="796a441a-389d-493a-b849-403485121362" providerId="ADAL" clId="{F50D9A46-20DF-48B3-A542-164CA64A4D0A}" dt="2024-06-24T07:10:59.195" v="19" actId="27636"/>
        <pc:sldMkLst>
          <pc:docMk/>
          <pc:sldMk cId="0" sldId="258"/>
        </pc:sldMkLst>
        <pc:spChg chg="mod">
          <ac:chgData name="EDA NUR SARUHAN" userId="796a441a-389d-493a-b849-403485121362" providerId="ADAL" clId="{F50D9A46-20DF-48B3-A542-164CA64A4D0A}" dt="2024-06-24T07:10:59.195" v="19" actId="27636"/>
          <ac:spMkLst>
            <pc:docMk/>
            <pc:sldMk cId="0" sldId="258"/>
            <ac:spMk id="490" creationId="{00000000-0000-0000-0000-000000000000}"/>
          </ac:spMkLst>
        </pc:spChg>
        <pc:spChg chg="mod">
          <ac:chgData name="EDA NUR SARUHAN" userId="796a441a-389d-493a-b849-403485121362" providerId="ADAL" clId="{F50D9A46-20DF-48B3-A542-164CA64A4D0A}" dt="2024-06-24T07:10:38.910" v="14" actId="1076"/>
          <ac:spMkLst>
            <pc:docMk/>
            <pc:sldMk cId="0" sldId="258"/>
            <ac:spMk id="492" creationId="{00000000-0000-0000-0000-000000000000}"/>
          </ac:spMkLst>
        </pc:spChg>
        <pc:spChg chg="mod">
          <ac:chgData name="EDA NUR SARUHAN" userId="796a441a-389d-493a-b849-403485121362" providerId="ADAL" clId="{F50D9A46-20DF-48B3-A542-164CA64A4D0A}" dt="2024-06-24T07:10:36.659" v="13" actId="1076"/>
          <ac:spMkLst>
            <pc:docMk/>
            <pc:sldMk cId="0" sldId="258"/>
            <ac:spMk id="493" creationId="{00000000-0000-0000-0000-000000000000}"/>
          </ac:spMkLst>
        </pc:spChg>
      </pc:sldChg>
      <pc:sldChg chg="modSp mod">
        <pc:chgData name="EDA NUR SARUHAN" userId="796a441a-389d-493a-b849-403485121362" providerId="ADAL" clId="{F50D9A46-20DF-48B3-A542-164CA64A4D0A}" dt="2024-06-24T07:11:57.316" v="63"/>
        <pc:sldMkLst>
          <pc:docMk/>
          <pc:sldMk cId="2903211234" sldId="269"/>
        </pc:sldMkLst>
        <pc:spChg chg="mod">
          <ac:chgData name="EDA NUR SARUHAN" userId="796a441a-389d-493a-b849-403485121362" providerId="ADAL" clId="{F50D9A46-20DF-48B3-A542-164CA64A4D0A}" dt="2024-06-24T07:11:57.316" v="63"/>
          <ac:spMkLst>
            <pc:docMk/>
            <pc:sldMk cId="2903211234" sldId="269"/>
            <ac:spMk id="490" creationId="{00000000-0000-0000-0000-000000000000}"/>
          </ac:spMkLst>
        </pc:spChg>
        <pc:spChg chg="mod">
          <ac:chgData name="EDA NUR SARUHAN" userId="796a441a-389d-493a-b849-403485121362" providerId="ADAL" clId="{F50D9A46-20DF-48B3-A542-164CA64A4D0A}" dt="2024-06-24T07:11:50.819" v="60"/>
          <ac:spMkLst>
            <pc:docMk/>
            <pc:sldMk cId="2903211234" sldId="269"/>
            <ac:spMk id="493" creationId="{00000000-0000-0000-0000-000000000000}"/>
          </ac:spMkLst>
        </pc:spChg>
      </pc:sldChg>
      <pc:sldChg chg="modSp mod">
        <pc:chgData name="EDA NUR SARUHAN" userId="796a441a-389d-493a-b849-403485121362" providerId="ADAL" clId="{F50D9A46-20DF-48B3-A542-164CA64A4D0A}" dt="2024-06-24T07:12:19.676" v="69"/>
        <pc:sldMkLst>
          <pc:docMk/>
          <pc:sldMk cId="434732476" sldId="270"/>
        </pc:sldMkLst>
        <pc:spChg chg="mod">
          <ac:chgData name="EDA NUR SARUHAN" userId="796a441a-389d-493a-b849-403485121362" providerId="ADAL" clId="{F50D9A46-20DF-48B3-A542-164CA64A4D0A}" dt="2024-06-24T07:12:19.676" v="69"/>
          <ac:spMkLst>
            <pc:docMk/>
            <pc:sldMk cId="434732476" sldId="270"/>
            <ac:spMk id="490" creationId="{00000000-0000-0000-0000-000000000000}"/>
          </ac:spMkLst>
        </pc:spChg>
        <pc:spChg chg="mod">
          <ac:chgData name="EDA NUR SARUHAN" userId="796a441a-389d-493a-b849-403485121362" providerId="ADAL" clId="{F50D9A46-20DF-48B3-A542-164CA64A4D0A}" dt="2024-06-24T07:12:13.049" v="66"/>
          <ac:spMkLst>
            <pc:docMk/>
            <pc:sldMk cId="434732476" sldId="270"/>
            <ac:spMk id="493" creationId="{00000000-0000-0000-0000-000000000000}"/>
          </ac:spMkLst>
        </pc:spChg>
      </pc:sldChg>
      <pc:sldChg chg="modSp mod">
        <pc:chgData name="EDA NUR SARUHAN" userId="796a441a-389d-493a-b849-403485121362" providerId="ADAL" clId="{F50D9A46-20DF-48B3-A542-164CA64A4D0A}" dt="2024-06-24T07:12:37.122" v="77"/>
        <pc:sldMkLst>
          <pc:docMk/>
          <pc:sldMk cId="1729379315" sldId="271"/>
        </pc:sldMkLst>
        <pc:spChg chg="mod">
          <ac:chgData name="EDA NUR SARUHAN" userId="796a441a-389d-493a-b849-403485121362" providerId="ADAL" clId="{F50D9A46-20DF-48B3-A542-164CA64A4D0A}" dt="2024-06-24T07:12:37.122" v="77"/>
          <ac:spMkLst>
            <pc:docMk/>
            <pc:sldMk cId="1729379315" sldId="271"/>
            <ac:spMk id="490" creationId="{00000000-0000-0000-0000-000000000000}"/>
          </ac:spMkLst>
        </pc:spChg>
        <pc:spChg chg="mod">
          <ac:chgData name="EDA NUR SARUHAN" userId="796a441a-389d-493a-b849-403485121362" providerId="ADAL" clId="{F50D9A46-20DF-48B3-A542-164CA64A4D0A}" dt="2024-06-24T07:12:29.482" v="72"/>
          <ac:spMkLst>
            <pc:docMk/>
            <pc:sldMk cId="1729379315" sldId="271"/>
            <ac:spMk id="493" creationId="{00000000-0000-0000-0000-000000000000}"/>
          </ac:spMkLst>
        </pc:spChg>
      </pc:sldChg>
      <pc:sldChg chg="modSp mod">
        <pc:chgData name="EDA NUR SARUHAN" userId="796a441a-389d-493a-b849-403485121362" providerId="ADAL" clId="{F50D9A46-20DF-48B3-A542-164CA64A4D0A}" dt="2024-06-24T07:13:12.036" v="97"/>
        <pc:sldMkLst>
          <pc:docMk/>
          <pc:sldMk cId="664534578" sldId="272"/>
        </pc:sldMkLst>
        <pc:spChg chg="mod">
          <ac:chgData name="EDA NUR SARUHAN" userId="796a441a-389d-493a-b849-403485121362" providerId="ADAL" clId="{F50D9A46-20DF-48B3-A542-164CA64A4D0A}" dt="2024-06-24T07:13:12.036" v="97"/>
          <ac:spMkLst>
            <pc:docMk/>
            <pc:sldMk cId="664534578" sldId="272"/>
            <ac:spMk id="490" creationId="{00000000-0000-0000-0000-000000000000}"/>
          </ac:spMkLst>
        </pc:spChg>
        <pc:spChg chg="mod">
          <ac:chgData name="EDA NUR SARUHAN" userId="796a441a-389d-493a-b849-403485121362" providerId="ADAL" clId="{F50D9A46-20DF-48B3-A542-164CA64A4D0A}" dt="2024-06-24T07:13:06.177" v="94"/>
          <ac:spMkLst>
            <pc:docMk/>
            <pc:sldMk cId="664534578" sldId="272"/>
            <ac:spMk id="493" creationId="{00000000-0000-0000-0000-000000000000}"/>
          </ac:spMkLst>
        </pc:spChg>
      </pc:sldChg>
      <pc:sldChg chg="modSp mod">
        <pc:chgData name="EDA NUR SARUHAN" userId="796a441a-389d-493a-b849-403485121362" providerId="ADAL" clId="{F50D9A46-20DF-48B3-A542-164CA64A4D0A}" dt="2024-06-24T07:13:38.002" v="120" actId="5793"/>
        <pc:sldMkLst>
          <pc:docMk/>
          <pc:sldMk cId="3284491021" sldId="273"/>
        </pc:sldMkLst>
        <pc:spChg chg="mod">
          <ac:chgData name="EDA NUR SARUHAN" userId="796a441a-389d-493a-b849-403485121362" providerId="ADAL" clId="{F50D9A46-20DF-48B3-A542-164CA64A4D0A}" dt="2024-06-24T07:13:38.002" v="120" actId="5793"/>
          <ac:spMkLst>
            <pc:docMk/>
            <pc:sldMk cId="3284491021" sldId="273"/>
            <ac:spMk id="490" creationId="{00000000-0000-0000-0000-000000000000}"/>
          </ac:spMkLst>
        </pc:spChg>
        <pc:spChg chg="mod">
          <ac:chgData name="EDA NUR SARUHAN" userId="796a441a-389d-493a-b849-403485121362" providerId="ADAL" clId="{F50D9A46-20DF-48B3-A542-164CA64A4D0A}" dt="2024-06-24T07:13:28.690" v="102" actId="1076"/>
          <ac:spMkLst>
            <pc:docMk/>
            <pc:sldMk cId="3284491021" sldId="273"/>
            <ac:spMk id="493" creationId="{00000000-0000-0000-0000-000000000000}"/>
          </ac:spMkLst>
        </pc:spChg>
      </pc:sldChg>
      <pc:sldChg chg="modSp mod">
        <pc:chgData name="EDA NUR SARUHAN" userId="796a441a-389d-493a-b849-403485121362" providerId="ADAL" clId="{F50D9A46-20DF-48B3-A542-164CA64A4D0A}" dt="2024-06-24T07:14:14.540" v="146" actId="27636"/>
        <pc:sldMkLst>
          <pc:docMk/>
          <pc:sldMk cId="3671019558" sldId="274"/>
        </pc:sldMkLst>
        <pc:spChg chg="mod">
          <ac:chgData name="EDA NUR SARUHAN" userId="796a441a-389d-493a-b849-403485121362" providerId="ADAL" clId="{F50D9A46-20DF-48B3-A542-164CA64A4D0A}" dt="2024-06-24T07:14:14.540" v="146" actId="27636"/>
          <ac:spMkLst>
            <pc:docMk/>
            <pc:sldMk cId="3671019558" sldId="274"/>
            <ac:spMk id="490" creationId="{00000000-0000-0000-0000-000000000000}"/>
          </ac:spMkLst>
        </pc:spChg>
        <pc:spChg chg="mod">
          <ac:chgData name="EDA NUR SARUHAN" userId="796a441a-389d-493a-b849-403485121362" providerId="ADAL" clId="{F50D9A46-20DF-48B3-A542-164CA64A4D0A}" dt="2024-06-24T07:14:07.635" v="142"/>
          <ac:spMkLst>
            <pc:docMk/>
            <pc:sldMk cId="3671019558" sldId="274"/>
            <ac:spMk id="493" creationId="{00000000-0000-0000-0000-000000000000}"/>
          </ac:spMkLst>
        </pc:spChg>
      </pc:sldChg>
      <pc:sldChg chg="modSp mod">
        <pc:chgData name="EDA NUR SARUHAN" userId="796a441a-389d-493a-b849-403485121362" providerId="ADAL" clId="{F50D9A46-20DF-48B3-A542-164CA64A4D0A}" dt="2024-06-24T07:14:37.088" v="154"/>
        <pc:sldMkLst>
          <pc:docMk/>
          <pc:sldMk cId="3774262820" sldId="275"/>
        </pc:sldMkLst>
        <pc:spChg chg="mod">
          <ac:chgData name="EDA NUR SARUHAN" userId="796a441a-389d-493a-b849-403485121362" providerId="ADAL" clId="{F50D9A46-20DF-48B3-A542-164CA64A4D0A}" dt="2024-06-24T07:14:37.088" v="154"/>
          <ac:spMkLst>
            <pc:docMk/>
            <pc:sldMk cId="3774262820" sldId="275"/>
            <ac:spMk id="490" creationId="{00000000-0000-0000-0000-000000000000}"/>
          </ac:spMkLst>
        </pc:spChg>
        <pc:spChg chg="mod">
          <ac:chgData name="EDA NUR SARUHAN" userId="796a441a-389d-493a-b849-403485121362" providerId="ADAL" clId="{F50D9A46-20DF-48B3-A542-164CA64A4D0A}" dt="2024-06-24T07:14:31.496" v="151" actId="1076"/>
          <ac:spMkLst>
            <pc:docMk/>
            <pc:sldMk cId="3774262820" sldId="275"/>
            <ac:spMk id="493" creationId="{00000000-0000-0000-0000-000000000000}"/>
          </ac:spMkLst>
        </pc:spChg>
      </pc:sldChg>
      <pc:sldChg chg="modSp mod">
        <pc:chgData name="EDA NUR SARUHAN" userId="796a441a-389d-493a-b849-403485121362" providerId="ADAL" clId="{F50D9A46-20DF-48B3-A542-164CA64A4D0A}" dt="2024-06-24T07:14:55.259" v="162"/>
        <pc:sldMkLst>
          <pc:docMk/>
          <pc:sldMk cId="1090383087" sldId="276"/>
        </pc:sldMkLst>
        <pc:spChg chg="mod">
          <ac:chgData name="EDA NUR SARUHAN" userId="796a441a-389d-493a-b849-403485121362" providerId="ADAL" clId="{F50D9A46-20DF-48B3-A542-164CA64A4D0A}" dt="2024-06-24T07:14:55.259" v="162"/>
          <ac:spMkLst>
            <pc:docMk/>
            <pc:sldMk cId="1090383087" sldId="276"/>
            <ac:spMk id="490" creationId="{00000000-0000-0000-0000-000000000000}"/>
          </ac:spMkLst>
        </pc:spChg>
        <pc:spChg chg="mod">
          <ac:chgData name="EDA NUR SARUHAN" userId="796a441a-389d-493a-b849-403485121362" providerId="ADAL" clId="{F50D9A46-20DF-48B3-A542-164CA64A4D0A}" dt="2024-06-24T07:14:47.958" v="157"/>
          <ac:spMkLst>
            <pc:docMk/>
            <pc:sldMk cId="1090383087" sldId="276"/>
            <ac:spMk id="493" creationId="{00000000-0000-0000-0000-000000000000}"/>
          </ac:spMkLst>
        </pc:spChg>
      </pc:sldChg>
      <pc:sldChg chg="new del">
        <pc:chgData name="EDA NUR SARUHAN" userId="796a441a-389d-493a-b849-403485121362" providerId="ADAL" clId="{F50D9A46-20DF-48B3-A542-164CA64A4D0A}" dt="2024-06-24T07:11:21.943" v="22" actId="47"/>
        <pc:sldMkLst>
          <pc:docMk/>
          <pc:sldMk cId="347083183" sldId="279"/>
        </pc:sldMkLst>
      </pc:sldChg>
      <pc:sldChg chg="modSp add mod">
        <pc:chgData name="EDA NUR SARUHAN" userId="796a441a-389d-493a-b849-403485121362" providerId="ADAL" clId="{F50D9A46-20DF-48B3-A542-164CA64A4D0A}" dt="2024-06-24T07:11:37.690" v="57" actId="1076"/>
        <pc:sldMkLst>
          <pc:docMk/>
          <pc:sldMk cId="2319431748" sldId="280"/>
        </pc:sldMkLst>
        <pc:spChg chg="mod">
          <ac:chgData name="EDA NUR SARUHAN" userId="796a441a-389d-493a-b849-403485121362" providerId="ADAL" clId="{F50D9A46-20DF-48B3-A542-164CA64A4D0A}" dt="2024-06-24T07:11:37.690" v="57" actId="1076"/>
          <ac:spMkLst>
            <pc:docMk/>
            <pc:sldMk cId="2319431748" sldId="280"/>
            <ac:spMk id="476" creationId="{00000000-0000-0000-0000-000000000000}"/>
          </ac:spMkLst>
        </pc:spChg>
      </pc:sldChg>
      <pc:sldChg chg="modSp add mod ord">
        <pc:chgData name="EDA NUR SARUHAN" userId="796a441a-389d-493a-b849-403485121362" providerId="ADAL" clId="{F50D9A46-20DF-48B3-A542-164CA64A4D0A}" dt="2024-06-24T07:12:54.518" v="91" actId="20577"/>
        <pc:sldMkLst>
          <pc:docMk/>
          <pc:sldMk cId="3209889353" sldId="281"/>
        </pc:sldMkLst>
        <pc:spChg chg="mod">
          <ac:chgData name="EDA NUR SARUHAN" userId="796a441a-389d-493a-b849-403485121362" providerId="ADAL" clId="{F50D9A46-20DF-48B3-A542-164CA64A4D0A}" dt="2024-06-24T07:12:54.518" v="91" actId="20577"/>
          <ac:spMkLst>
            <pc:docMk/>
            <pc:sldMk cId="3209889353" sldId="281"/>
            <ac:spMk id="476" creationId="{00000000-0000-0000-0000-000000000000}"/>
          </ac:spMkLst>
        </pc:spChg>
      </pc:sldChg>
      <pc:sldChg chg="modSp add mod ord">
        <pc:chgData name="EDA NUR SARUHAN" userId="796a441a-389d-493a-b849-403485121362" providerId="ADAL" clId="{F50D9A46-20DF-48B3-A542-164CA64A4D0A}" dt="2024-06-24T07:13:51.976" v="132" actId="20577"/>
        <pc:sldMkLst>
          <pc:docMk/>
          <pc:sldMk cId="4161134741" sldId="282"/>
        </pc:sldMkLst>
        <pc:spChg chg="mod">
          <ac:chgData name="EDA NUR SARUHAN" userId="796a441a-389d-493a-b849-403485121362" providerId="ADAL" clId="{F50D9A46-20DF-48B3-A542-164CA64A4D0A}" dt="2024-06-24T07:13:51.976" v="132" actId="20577"/>
          <ac:spMkLst>
            <pc:docMk/>
            <pc:sldMk cId="4161134741" sldId="282"/>
            <ac:spMk id="476" creationId="{00000000-0000-0000-0000-000000000000}"/>
          </ac:spMkLst>
        </pc:spChg>
      </pc:sldChg>
      <pc:sldChg chg="modSp add mod">
        <pc:chgData name="EDA NUR SARUHAN" userId="796a441a-389d-493a-b849-403485121362" providerId="ADAL" clId="{F50D9A46-20DF-48B3-A542-164CA64A4D0A}" dt="2024-06-24T07:15:43.569" v="199"/>
        <pc:sldMkLst>
          <pc:docMk/>
          <pc:sldMk cId="3824939920" sldId="283"/>
        </pc:sldMkLst>
        <pc:spChg chg="mod">
          <ac:chgData name="EDA NUR SARUHAN" userId="796a441a-389d-493a-b849-403485121362" providerId="ADAL" clId="{F50D9A46-20DF-48B3-A542-164CA64A4D0A}" dt="2024-06-24T07:15:43.569" v="199"/>
          <ac:spMkLst>
            <pc:docMk/>
            <pc:sldMk cId="3824939920" sldId="283"/>
            <ac:spMk id="490" creationId="{00000000-0000-0000-0000-000000000000}"/>
          </ac:spMkLst>
        </pc:spChg>
        <pc:spChg chg="mod">
          <ac:chgData name="EDA NUR SARUHAN" userId="796a441a-389d-493a-b849-403485121362" providerId="ADAL" clId="{F50D9A46-20DF-48B3-A542-164CA64A4D0A}" dt="2024-06-24T07:15:36.190" v="194"/>
          <ac:spMkLst>
            <pc:docMk/>
            <pc:sldMk cId="3824939920" sldId="283"/>
            <ac:spMk id="493" creationId="{00000000-0000-0000-0000-000000000000}"/>
          </ac:spMkLst>
        </pc:spChg>
      </pc:sldChg>
      <pc:sldChg chg="new del ord">
        <pc:chgData name="EDA NUR SARUHAN" userId="796a441a-389d-493a-b849-403485121362" providerId="ADAL" clId="{F50D9A46-20DF-48B3-A542-164CA64A4D0A}" dt="2024-06-24T07:15:05.569" v="166" actId="47"/>
        <pc:sldMkLst>
          <pc:docMk/>
          <pc:sldMk cId="4249559437" sldId="283"/>
        </pc:sldMkLst>
      </pc:sldChg>
      <pc:sldChg chg="modSp add mod">
        <pc:chgData name="EDA NUR SARUHAN" userId="796a441a-389d-493a-b849-403485121362" providerId="ADAL" clId="{F50D9A46-20DF-48B3-A542-164CA64A4D0A}" dt="2024-06-24T07:16:17.609" v="221"/>
        <pc:sldMkLst>
          <pc:docMk/>
          <pc:sldMk cId="2350826882" sldId="284"/>
        </pc:sldMkLst>
        <pc:spChg chg="mod">
          <ac:chgData name="EDA NUR SARUHAN" userId="796a441a-389d-493a-b849-403485121362" providerId="ADAL" clId="{F50D9A46-20DF-48B3-A542-164CA64A4D0A}" dt="2024-06-24T07:16:06.572" v="217" actId="20577"/>
          <ac:spMkLst>
            <pc:docMk/>
            <pc:sldMk cId="2350826882" sldId="284"/>
            <ac:spMk id="490" creationId="{00000000-0000-0000-0000-000000000000}"/>
          </ac:spMkLst>
        </pc:spChg>
        <pc:spChg chg="mod">
          <ac:chgData name="EDA NUR SARUHAN" userId="796a441a-389d-493a-b849-403485121362" providerId="ADAL" clId="{F50D9A46-20DF-48B3-A542-164CA64A4D0A}" dt="2024-06-24T07:16:17.609" v="221"/>
          <ac:spMkLst>
            <pc:docMk/>
            <pc:sldMk cId="2350826882" sldId="284"/>
            <ac:spMk id="493" creationId="{00000000-0000-0000-0000-000000000000}"/>
          </ac:spMkLst>
        </pc:spChg>
      </pc:sldChg>
      <pc:sldChg chg="add del">
        <pc:chgData name="EDA NUR SARUHAN" userId="796a441a-389d-493a-b849-403485121362" providerId="ADAL" clId="{F50D9A46-20DF-48B3-A542-164CA64A4D0A}" dt="2024-06-24T07:16:08.734" v="218" actId="47"/>
        <pc:sldMkLst>
          <pc:docMk/>
          <pc:sldMk cId="211967843" sldId="285"/>
        </pc:sldMkLst>
      </pc:sldChg>
      <pc:sldChg chg="modSp add mod ord">
        <pc:chgData name="EDA NUR SARUHAN" userId="796a441a-389d-493a-b849-403485121362" providerId="ADAL" clId="{F50D9A46-20DF-48B3-A542-164CA64A4D0A}" dt="2024-06-24T07:15:23.796" v="191" actId="20577"/>
        <pc:sldMkLst>
          <pc:docMk/>
          <pc:sldMk cId="1779530041" sldId="286"/>
        </pc:sldMkLst>
        <pc:spChg chg="mod">
          <ac:chgData name="EDA NUR SARUHAN" userId="796a441a-389d-493a-b849-403485121362" providerId="ADAL" clId="{F50D9A46-20DF-48B3-A542-164CA64A4D0A}" dt="2024-06-24T07:15:23.796" v="191" actId="20577"/>
          <ac:spMkLst>
            <pc:docMk/>
            <pc:sldMk cId="1779530041" sldId="286"/>
            <ac:spMk id="476" creationId="{00000000-0000-0000-0000-000000000000}"/>
          </ac:spMkLst>
        </pc:spChg>
      </pc:sldChg>
      <pc:sldChg chg="modSp add mod ord">
        <pc:chgData name="EDA NUR SARUHAN" userId="796a441a-389d-493a-b849-403485121362" providerId="ADAL" clId="{F50D9A46-20DF-48B3-A542-164CA64A4D0A}" dt="2024-06-24T07:15:51.814" v="213" actId="20577"/>
        <pc:sldMkLst>
          <pc:docMk/>
          <pc:sldMk cId="3899215332" sldId="287"/>
        </pc:sldMkLst>
        <pc:spChg chg="mod">
          <ac:chgData name="EDA NUR SARUHAN" userId="796a441a-389d-493a-b849-403485121362" providerId="ADAL" clId="{F50D9A46-20DF-48B3-A542-164CA64A4D0A}" dt="2024-06-24T07:15:51.814" v="213" actId="20577"/>
          <ac:spMkLst>
            <pc:docMk/>
            <pc:sldMk cId="3899215332" sldId="287"/>
            <ac:spMk id="476" creationId="{00000000-0000-0000-0000-000000000000}"/>
          </ac:spMkLst>
        </pc:spChg>
      </pc:sldChg>
    </pc:docChg>
  </pc:docChgLst>
  <pc:docChgLst>
    <pc:chgData name="Ipek Beril Benli" userId="S::ipek.beril.benli@undp.org::8f9c5f4b-b22c-49ff-bdd5-d07e27607437" providerId="AD" clId="Web-{BA4A98C9-4BA9-35B6-87C1-650CB67E20CB}"/>
    <pc:docChg chg="modSld">
      <pc:chgData name="Ipek Beril Benli" userId="S::ipek.beril.benli@undp.org::8f9c5f4b-b22c-49ff-bdd5-d07e27607437" providerId="AD" clId="Web-{BA4A98C9-4BA9-35B6-87C1-650CB67E20CB}" dt="2024-03-12T18:05:21.721" v="18" actId="20577"/>
      <pc:docMkLst>
        <pc:docMk/>
      </pc:docMkLst>
      <pc:sldChg chg="modSp mod modShow">
        <pc:chgData name="Ipek Beril Benli" userId="S::ipek.beril.benli@undp.org::8f9c5f4b-b22c-49ff-bdd5-d07e27607437" providerId="AD" clId="Web-{BA4A98C9-4BA9-35B6-87C1-650CB67E20CB}" dt="2024-03-12T18:04:49.986" v="12" actId="20577"/>
        <pc:sldMkLst>
          <pc:docMk/>
          <pc:sldMk cId="0" sldId="266"/>
        </pc:sldMkLst>
        <pc:spChg chg="mod">
          <ac:chgData name="Ipek Beril Benli" userId="S::ipek.beril.benli@undp.org::8f9c5f4b-b22c-49ff-bdd5-d07e27607437" providerId="AD" clId="Web-{BA4A98C9-4BA9-35B6-87C1-650CB67E20CB}" dt="2024-03-12T18:04:49.986" v="12" actId="20577"/>
          <ac:spMkLst>
            <pc:docMk/>
            <pc:sldMk cId="0" sldId="266"/>
            <ac:spMk id="630" creationId="{00000000-0000-0000-0000-000000000000}"/>
          </ac:spMkLst>
        </pc:spChg>
      </pc:sldChg>
      <pc:sldChg chg="modSp">
        <pc:chgData name="Ipek Beril Benli" userId="S::ipek.beril.benli@undp.org::8f9c5f4b-b22c-49ff-bdd5-d07e27607437" providerId="AD" clId="Web-{BA4A98C9-4BA9-35B6-87C1-650CB67E20CB}" dt="2024-03-12T18:05:21.721" v="18" actId="20577"/>
        <pc:sldMkLst>
          <pc:docMk/>
          <pc:sldMk cId="3289475291" sldId="277"/>
        </pc:sldMkLst>
        <pc:spChg chg="mod">
          <ac:chgData name="Ipek Beril Benli" userId="S::ipek.beril.benli@undp.org::8f9c5f4b-b22c-49ff-bdd5-d07e27607437" providerId="AD" clId="Web-{BA4A98C9-4BA9-35B6-87C1-650CB67E20CB}" dt="2024-03-12T18:05:21.721" v="18" actId="20577"/>
          <ac:spMkLst>
            <pc:docMk/>
            <pc:sldMk cId="3289475291" sldId="277"/>
            <ac:spMk id="13" creationId="{728E2C50-2FAD-024C-B940-DF65B0620049}"/>
          </ac:spMkLst>
        </pc:spChg>
      </pc:sldChg>
    </pc:docChg>
  </pc:docChgLst>
  <pc:docChgLst>
    <pc:chgData name="Dina Akylbekova" userId="d0186547-350c-4ee8-9f3b-afe70f175dd5" providerId="ADAL" clId="{6A4180C9-AC8C-492A-A0A8-281411F2C485}"/>
    <pc:docChg chg="custSel modSld">
      <pc:chgData name="Dina Akylbekova" userId="d0186547-350c-4ee8-9f3b-afe70f175dd5" providerId="ADAL" clId="{6A4180C9-AC8C-492A-A0A8-281411F2C485}" dt="2024-03-19T15:31:29.996" v="4" actId="1076"/>
      <pc:docMkLst>
        <pc:docMk/>
      </pc:docMkLst>
      <pc:sldChg chg="modSp mod">
        <pc:chgData name="Dina Akylbekova" userId="d0186547-350c-4ee8-9f3b-afe70f175dd5" providerId="ADAL" clId="{6A4180C9-AC8C-492A-A0A8-281411F2C485}" dt="2024-03-19T15:31:29.996" v="4" actId="1076"/>
        <pc:sldMkLst>
          <pc:docMk/>
          <pc:sldMk cId="0" sldId="266"/>
        </pc:sldMkLst>
        <pc:spChg chg="mod">
          <ac:chgData name="Dina Akylbekova" userId="d0186547-350c-4ee8-9f3b-afe70f175dd5" providerId="ADAL" clId="{6A4180C9-AC8C-492A-A0A8-281411F2C485}" dt="2024-03-19T15:31:29.996" v="4" actId="1076"/>
          <ac:spMkLst>
            <pc:docMk/>
            <pc:sldMk cId="0" sldId="266"/>
            <ac:spMk id="629" creationId="{00000000-0000-0000-0000-000000000000}"/>
          </ac:spMkLst>
        </pc:spChg>
        <pc:spChg chg="mod">
          <ac:chgData name="Dina Akylbekova" userId="d0186547-350c-4ee8-9f3b-afe70f175dd5" providerId="ADAL" clId="{6A4180C9-AC8C-492A-A0A8-281411F2C485}" dt="2024-03-19T15:31:29.996" v="4" actId="1076"/>
          <ac:spMkLst>
            <pc:docMk/>
            <pc:sldMk cId="0" sldId="266"/>
            <ac:spMk id="630" creationId="{00000000-0000-0000-0000-000000000000}"/>
          </ac:spMkLst>
        </pc:spChg>
        <pc:spChg chg="mod">
          <ac:chgData name="Dina Akylbekova" userId="d0186547-350c-4ee8-9f3b-afe70f175dd5" providerId="ADAL" clId="{6A4180C9-AC8C-492A-A0A8-281411F2C485}" dt="2024-03-19T15:31:29.996" v="4" actId="1076"/>
          <ac:spMkLst>
            <pc:docMk/>
            <pc:sldMk cId="0" sldId="266"/>
            <ac:spMk id="631" creationId="{00000000-0000-0000-0000-000000000000}"/>
          </ac:spMkLst>
        </pc:spChg>
        <pc:spChg chg="mod">
          <ac:chgData name="Dina Akylbekova" userId="d0186547-350c-4ee8-9f3b-afe70f175dd5" providerId="ADAL" clId="{6A4180C9-AC8C-492A-A0A8-281411F2C485}" dt="2024-03-19T15:31:29.996" v="4" actId="1076"/>
          <ac:spMkLst>
            <pc:docMk/>
            <pc:sldMk cId="0" sldId="266"/>
            <ac:spMk id="632" creationId="{00000000-0000-0000-0000-000000000000}"/>
          </ac:spMkLst>
        </pc:spChg>
        <pc:picChg chg="mod">
          <ac:chgData name="Dina Akylbekova" userId="d0186547-350c-4ee8-9f3b-afe70f175dd5" providerId="ADAL" clId="{6A4180C9-AC8C-492A-A0A8-281411F2C485}" dt="2024-03-19T15:31:29.996" v="4" actId="1076"/>
          <ac:picMkLst>
            <pc:docMk/>
            <pc:sldMk cId="0" sldId="266"/>
            <ac:picMk id="5" creationId="{29DD4188-84CA-D5A5-1969-925838D0F958}"/>
          </ac:picMkLst>
        </pc:picChg>
        <pc:picChg chg="mod">
          <ac:chgData name="Dina Akylbekova" userId="d0186547-350c-4ee8-9f3b-afe70f175dd5" providerId="ADAL" clId="{6A4180C9-AC8C-492A-A0A8-281411F2C485}" dt="2024-03-19T15:31:14.194" v="3" actId="14100"/>
          <ac:picMkLst>
            <pc:docMk/>
            <pc:sldMk cId="0" sldId="266"/>
            <ac:picMk id="627" creationId="{00000000-0000-0000-0000-000000000000}"/>
          </ac:picMkLst>
        </pc:picChg>
      </pc:sldChg>
      <pc:sldChg chg="modSp">
        <pc:chgData name="Dina Akylbekova" userId="d0186547-350c-4ee8-9f3b-afe70f175dd5" providerId="ADAL" clId="{6A4180C9-AC8C-492A-A0A8-281411F2C485}" dt="2024-03-19T15:29:15.644" v="1"/>
        <pc:sldMkLst>
          <pc:docMk/>
          <pc:sldMk cId="3407680115" sldId="271"/>
        </pc:sldMkLst>
        <pc:spChg chg="mod">
          <ac:chgData name="Dina Akylbekova" userId="d0186547-350c-4ee8-9f3b-afe70f175dd5" providerId="ADAL" clId="{6A4180C9-AC8C-492A-A0A8-281411F2C485}" dt="2024-03-19T15:29:15.644" v="1"/>
          <ac:spMkLst>
            <pc:docMk/>
            <pc:sldMk cId="3407680115" sldId="271"/>
            <ac:spMk id="25" creationId="{B9C4A4D2-12D1-06C8-A047-0F87FEB8A1CB}"/>
          </ac:spMkLst>
        </pc:spChg>
      </pc:sldChg>
      <pc:sldChg chg="modSp">
        <pc:chgData name="Dina Akylbekova" userId="d0186547-350c-4ee8-9f3b-afe70f175dd5" providerId="ADAL" clId="{6A4180C9-AC8C-492A-A0A8-281411F2C485}" dt="2024-03-19T15:29:15.644" v="1"/>
        <pc:sldMkLst>
          <pc:docMk/>
          <pc:sldMk cId="1299165562" sldId="275"/>
        </pc:sldMkLst>
        <pc:spChg chg="mod">
          <ac:chgData name="Dina Akylbekova" userId="d0186547-350c-4ee8-9f3b-afe70f175dd5" providerId="ADAL" clId="{6A4180C9-AC8C-492A-A0A8-281411F2C485}" dt="2024-03-19T15:29:15.644" v="1"/>
          <ac:spMkLst>
            <pc:docMk/>
            <pc:sldMk cId="1299165562" sldId="275"/>
            <ac:spMk id="7" creationId="{EA7B865A-D308-8954-8FF5-665EE01774B6}"/>
          </ac:spMkLst>
        </pc:spChg>
      </pc:sldChg>
      <pc:sldChg chg="modSp">
        <pc:chgData name="Dina Akylbekova" userId="d0186547-350c-4ee8-9f3b-afe70f175dd5" providerId="ADAL" clId="{6A4180C9-AC8C-492A-A0A8-281411F2C485}" dt="2024-03-19T15:29:15.644" v="1"/>
        <pc:sldMkLst>
          <pc:docMk/>
          <pc:sldMk cId="2049148930" sldId="276"/>
        </pc:sldMkLst>
        <pc:spChg chg="mod">
          <ac:chgData name="Dina Akylbekova" userId="d0186547-350c-4ee8-9f3b-afe70f175dd5" providerId="ADAL" clId="{6A4180C9-AC8C-492A-A0A8-281411F2C485}" dt="2024-03-19T15:29:15.644" v="1"/>
          <ac:spMkLst>
            <pc:docMk/>
            <pc:sldMk cId="2049148930" sldId="276"/>
            <ac:spMk id="55" creationId="{880DFDE9-EA8C-0063-FF34-03786BA8EEBD}"/>
          </ac:spMkLst>
        </pc:spChg>
      </pc:sldChg>
      <pc:sldChg chg="modSp mod">
        <pc:chgData name="Dina Akylbekova" userId="d0186547-350c-4ee8-9f3b-afe70f175dd5" providerId="ADAL" clId="{6A4180C9-AC8C-492A-A0A8-281411F2C485}" dt="2024-03-19T15:28:47.188" v="0" actId="313"/>
        <pc:sldMkLst>
          <pc:docMk/>
          <pc:sldMk cId="120320344" sldId="280"/>
        </pc:sldMkLst>
        <pc:spChg chg="mod">
          <ac:chgData name="Dina Akylbekova" userId="d0186547-350c-4ee8-9f3b-afe70f175dd5" providerId="ADAL" clId="{6A4180C9-AC8C-492A-A0A8-281411F2C485}" dt="2024-03-19T15:28:47.188" v="0" actId="313"/>
          <ac:spMkLst>
            <pc:docMk/>
            <pc:sldMk cId="120320344" sldId="280"/>
            <ac:spMk id="50" creationId="{31975DC3-9F2B-A095-B689-E232E8C24A5F}"/>
          </ac:spMkLst>
        </pc:spChg>
      </pc:sldChg>
    </pc:docChg>
  </pc:docChgLst>
  <pc:docChgLst>
    <pc:chgData name="Ipek Beril Benli" userId="S::ipek.beril.benli@undp.org::8f9c5f4b-b22c-49ff-bdd5-d07e27607437" providerId="AD" clId="Web-{8CEBC8F0-1925-8894-B66D-92D3F8EEBCA2}"/>
    <pc:docChg chg="addSld delSld">
      <pc:chgData name="Ipek Beril Benli" userId="S::ipek.beril.benli@undp.org::8f9c5f4b-b22c-49ff-bdd5-d07e27607437" providerId="AD" clId="Web-{8CEBC8F0-1925-8894-B66D-92D3F8EEBCA2}" dt="2024-03-15T12:29:17.387" v="4"/>
      <pc:docMkLst>
        <pc:docMk/>
      </pc:docMkLst>
      <pc:sldChg chg="del">
        <pc:chgData name="Ipek Beril Benli" userId="S::ipek.beril.benli@undp.org::8f9c5f4b-b22c-49ff-bdd5-d07e27607437" providerId="AD" clId="Web-{8CEBC8F0-1925-8894-B66D-92D3F8EEBCA2}" dt="2024-03-15T12:29:17.372" v="3"/>
        <pc:sldMkLst>
          <pc:docMk/>
          <pc:sldMk cId="0" sldId="264"/>
        </pc:sldMkLst>
      </pc:sldChg>
      <pc:sldChg chg="del">
        <pc:chgData name="Ipek Beril Benli" userId="S::ipek.beril.benli@undp.org::8f9c5f4b-b22c-49ff-bdd5-d07e27607437" providerId="AD" clId="Web-{8CEBC8F0-1925-8894-B66D-92D3F8EEBCA2}" dt="2024-03-15T12:29:17.387" v="4"/>
        <pc:sldMkLst>
          <pc:docMk/>
          <pc:sldMk cId="0" sldId="267"/>
        </pc:sldMkLst>
      </pc:sldChg>
      <pc:sldChg chg="delCm">
        <pc:chgData name="Ipek Beril Benli" userId="S::ipek.beril.benli@undp.org::8f9c5f4b-b22c-49ff-bdd5-d07e27607437" providerId="AD" clId="Web-{8CEBC8F0-1925-8894-B66D-92D3F8EEBCA2}" dt="2024-03-15T12:27:56.634" v="1"/>
        <pc:sldMkLst>
          <pc:docMk/>
          <pc:sldMk cId="3100614976" sldId="273"/>
        </pc:sldMkLst>
        <pc:extLst>
          <p:ext xmlns:p="http://schemas.openxmlformats.org/presentationml/2006/main" uri="{D6D511B9-2390-475A-947B-AFAB55BFBCF1}">
            <pc226:cmChg xmlns:pc226="http://schemas.microsoft.com/office/powerpoint/2022/06/main/command" xmlns="" chg="del">
              <pc226:chgData name="Ipek Beril Benli" userId="S::ipek.beril.benli@undp.org::8f9c5f4b-b22c-49ff-bdd5-d07e27607437" providerId="AD" clId="Web-{8CEBC8F0-1925-8894-B66D-92D3F8EEBCA2}" dt="2024-03-15T12:27:56.634" v="1"/>
              <pc2:cmMkLst xmlns:pc2="http://schemas.microsoft.com/office/powerpoint/2019/9/main/command">
                <pc:docMk/>
                <pc:sldMk cId="3100614976" sldId="273"/>
                <pc2:cmMk id="{0760F27F-A6EA-43CB-87F1-435D928619FF}"/>
              </pc2:cmMkLst>
            </pc226:cmChg>
          </p:ext>
        </pc:extLst>
      </pc:sldChg>
      <pc:sldChg chg="delCm">
        <pc:chgData name="Ipek Beril Benli" userId="S::ipek.beril.benli@undp.org::8f9c5f4b-b22c-49ff-bdd5-d07e27607437" providerId="AD" clId="Web-{8CEBC8F0-1925-8894-B66D-92D3F8EEBCA2}" dt="2024-03-15T12:27:51.337" v="0"/>
        <pc:sldMkLst>
          <pc:docMk/>
          <pc:sldMk cId="2496000186" sldId="278"/>
        </pc:sldMkLst>
        <pc:extLst>
          <p:ext xmlns:p="http://schemas.openxmlformats.org/presentationml/2006/main" uri="{D6D511B9-2390-475A-947B-AFAB55BFBCF1}">
            <pc226:cmChg xmlns:pc226="http://schemas.microsoft.com/office/powerpoint/2022/06/main/command" xmlns="" chg="del">
              <pc226:chgData name="Ipek Beril Benli" userId="S::ipek.beril.benli@undp.org::8f9c5f4b-b22c-49ff-bdd5-d07e27607437" providerId="AD" clId="Web-{8CEBC8F0-1925-8894-B66D-92D3F8EEBCA2}" dt="2024-03-15T12:27:51.337" v="0"/>
              <pc2:cmMkLst xmlns:pc2="http://schemas.microsoft.com/office/powerpoint/2019/9/main/command">
                <pc:docMk/>
                <pc:sldMk cId="2496000186" sldId="278"/>
                <pc2:cmMk id="{B9CFB55F-B64D-4089-8034-8150A9E9C8BC}"/>
              </pc2:cmMkLst>
            </pc226:cmChg>
          </p:ext>
        </pc:extLst>
      </pc:sldChg>
      <pc:sldChg chg="add">
        <pc:chgData name="Ipek Beril Benli" userId="S::ipek.beril.benli@undp.org::8f9c5f4b-b22c-49ff-bdd5-d07e27607437" providerId="AD" clId="Web-{8CEBC8F0-1925-8894-B66D-92D3F8EEBCA2}" dt="2024-03-15T12:29:03.262" v="2"/>
        <pc:sldMkLst>
          <pc:docMk/>
          <pc:sldMk cId="950368928" sldId="279"/>
        </pc:sldMkLst>
      </pc:sldChg>
    </pc:docChg>
  </pc:docChgLst>
  <pc:docChgLst>
    <pc:chgData name="Ipek Beril Benli" userId="S::ipek.beril.benli@undp.org::8f9c5f4b-b22c-49ff-bdd5-d07e27607437" providerId="AD" clId="Web-{70C7BC07-BB33-76A1-341B-B125B7987719}"/>
    <pc:docChg chg="modSld">
      <pc:chgData name="Ipek Beril Benli" userId="S::ipek.beril.benli@undp.org::8f9c5f4b-b22c-49ff-bdd5-d07e27607437" providerId="AD" clId="Web-{70C7BC07-BB33-76A1-341B-B125B7987719}" dt="2024-03-13T12:29:03.866" v="30" actId="1076"/>
      <pc:docMkLst>
        <pc:docMk/>
      </pc:docMkLst>
      <pc:sldChg chg="addSp delSp modSp">
        <pc:chgData name="Ipek Beril Benli" userId="S::ipek.beril.benli@undp.org::8f9c5f4b-b22c-49ff-bdd5-d07e27607437" providerId="AD" clId="Web-{70C7BC07-BB33-76A1-341B-B125B7987719}" dt="2024-03-13T12:29:03.866" v="30" actId="1076"/>
        <pc:sldMkLst>
          <pc:docMk/>
          <pc:sldMk cId="2496000186" sldId="278"/>
        </pc:sldMkLst>
        <pc:spChg chg="del">
          <ac:chgData name="Ipek Beril Benli" userId="S::ipek.beril.benli@undp.org::8f9c5f4b-b22c-49ff-bdd5-d07e27607437" providerId="AD" clId="Web-{70C7BC07-BB33-76A1-341B-B125B7987719}" dt="2024-03-13T12:25:43.108" v="12"/>
          <ac:spMkLst>
            <pc:docMk/>
            <pc:sldMk cId="2496000186" sldId="278"/>
            <ac:spMk id="11" creationId="{ED9C0227-9F70-3620-FB4B-9F93D716E793}"/>
          </ac:spMkLst>
        </pc:spChg>
        <pc:spChg chg="mod">
          <ac:chgData name="Ipek Beril Benli" userId="S::ipek.beril.benli@undp.org::8f9c5f4b-b22c-49ff-bdd5-d07e27607437" providerId="AD" clId="Web-{70C7BC07-BB33-76A1-341B-B125B7987719}" dt="2024-03-13T12:29:03.866" v="30" actId="1076"/>
          <ac:spMkLst>
            <pc:docMk/>
            <pc:sldMk cId="2496000186" sldId="278"/>
            <ac:spMk id="17" creationId="{1ED2B680-313A-C5B4-B6DE-5558729EBDBC}"/>
          </ac:spMkLst>
        </pc:spChg>
        <pc:spChg chg="mod">
          <ac:chgData name="Ipek Beril Benli" userId="S::ipek.beril.benli@undp.org::8f9c5f4b-b22c-49ff-bdd5-d07e27607437" providerId="AD" clId="Web-{70C7BC07-BB33-76A1-341B-B125B7987719}" dt="2024-03-13T12:29:00.165" v="29" actId="1076"/>
          <ac:spMkLst>
            <pc:docMk/>
            <pc:sldMk cId="2496000186" sldId="278"/>
            <ac:spMk id="32" creationId="{ED9C0227-9F70-3620-FB4B-9F93D716E793}"/>
          </ac:spMkLst>
        </pc:spChg>
        <pc:picChg chg="add mod">
          <ac:chgData name="Ipek Beril Benli" userId="S::ipek.beril.benli@undp.org::8f9c5f4b-b22c-49ff-bdd5-d07e27607437" providerId="AD" clId="Web-{70C7BC07-BB33-76A1-341B-B125B7987719}" dt="2024-03-13T12:26:12.718" v="22" actId="1076"/>
          <ac:picMkLst>
            <pc:docMk/>
            <pc:sldMk cId="2496000186" sldId="278"/>
            <ac:picMk id="7" creationId="{F3E68E8E-E241-A433-3899-02FE5CB6CBD5}"/>
          </ac:picMkLst>
        </pc:picChg>
        <pc:picChg chg="del">
          <ac:chgData name="Ipek Beril Benli" userId="S::ipek.beril.benli@undp.org::8f9c5f4b-b22c-49ff-bdd5-d07e27607437" providerId="AD" clId="Web-{70C7BC07-BB33-76A1-341B-B125B7987719}" dt="2024-03-13T12:24:59.638" v="5"/>
          <ac:picMkLst>
            <pc:docMk/>
            <pc:sldMk cId="2496000186" sldId="278"/>
            <ac:picMk id="37" creationId="{6A0C88B0-0DD8-7690-400D-E3A68D67ABCD}"/>
          </ac:picMkLst>
        </pc:picChg>
        <pc:cxnChg chg="mod">
          <ac:chgData name="Ipek Beril Benli" userId="S::ipek.beril.benli@undp.org::8f9c5f4b-b22c-49ff-bdd5-d07e27607437" providerId="AD" clId="Web-{70C7BC07-BB33-76A1-341B-B125B7987719}" dt="2024-03-13T12:26:18.016" v="23" actId="1076"/>
          <ac:cxnSpMkLst>
            <pc:docMk/>
            <pc:sldMk cId="2496000186" sldId="278"/>
            <ac:cxnSpMk id="42" creationId="{43543C25-EE54-3503-A4A7-0A14A92D4C7A}"/>
          </ac:cxnSpMkLst>
        </pc:cxnChg>
      </pc:sldChg>
    </pc:docChg>
  </pc:docChgLst>
  <pc:docChgLst>
    <pc:chgData name="Ipek Beril Benli" userId="S::ipek.beril.benli@undp.org::8f9c5f4b-b22c-49ff-bdd5-d07e27607437" providerId="AD" clId="Web-{683A36E5-4E3E-43CE-6D21-84A5124529EF}"/>
    <pc:docChg chg="modSld">
      <pc:chgData name="Ipek Beril Benli" userId="S::ipek.beril.benli@undp.org::8f9c5f4b-b22c-49ff-bdd5-d07e27607437" providerId="AD" clId="Web-{683A36E5-4E3E-43CE-6D21-84A5124529EF}" dt="2024-04-14T15:57:37.904" v="17" actId="1076"/>
      <pc:docMkLst>
        <pc:docMk/>
      </pc:docMkLst>
      <pc:sldChg chg="modSp">
        <pc:chgData name="Ipek Beril Benli" userId="S::ipek.beril.benli@undp.org::8f9c5f4b-b22c-49ff-bdd5-d07e27607437" providerId="AD" clId="Web-{683A36E5-4E3E-43CE-6D21-84A5124529EF}" dt="2024-04-14T15:57:37.904" v="17" actId="1076"/>
        <pc:sldMkLst>
          <pc:docMk/>
          <pc:sldMk cId="120320344" sldId="280"/>
        </pc:sldMkLst>
        <pc:spChg chg="mod">
          <ac:chgData name="Ipek Beril Benli" userId="S::ipek.beril.benli@undp.org::8f9c5f4b-b22c-49ff-bdd5-d07e27607437" providerId="AD" clId="Web-{683A36E5-4E3E-43CE-6D21-84A5124529EF}" dt="2024-04-14T15:57:09.091" v="8" actId="1076"/>
          <ac:spMkLst>
            <pc:docMk/>
            <pc:sldMk cId="120320344" sldId="280"/>
            <ac:spMk id="6" creationId="{729907CF-28C8-76FC-F272-DD22902DCB61}"/>
          </ac:spMkLst>
        </pc:spChg>
        <pc:spChg chg="mod">
          <ac:chgData name="Ipek Beril Benli" userId="S::ipek.beril.benli@undp.org::8f9c5f4b-b22c-49ff-bdd5-d07e27607437" providerId="AD" clId="Web-{683A36E5-4E3E-43CE-6D21-84A5124529EF}" dt="2024-04-14T15:57:18.653" v="11" actId="1076"/>
          <ac:spMkLst>
            <pc:docMk/>
            <pc:sldMk cId="120320344" sldId="280"/>
            <ac:spMk id="9" creationId="{D7C8A5E2-1CDB-34A1-4F44-C5E9A4E6D0E3}"/>
          </ac:spMkLst>
        </pc:spChg>
        <pc:spChg chg="mod">
          <ac:chgData name="Ipek Beril Benli" userId="S::ipek.beril.benli@undp.org::8f9c5f4b-b22c-49ff-bdd5-d07e27607437" providerId="AD" clId="Web-{683A36E5-4E3E-43CE-6D21-84A5124529EF}" dt="2024-04-14T15:57:37.904" v="16" actId="1076"/>
          <ac:spMkLst>
            <pc:docMk/>
            <pc:sldMk cId="120320344" sldId="280"/>
            <ac:spMk id="17" creationId="{1ED2B680-313A-C5B4-B6DE-5558729EBDBC}"/>
          </ac:spMkLst>
        </pc:spChg>
        <pc:spChg chg="mod">
          <ac:chgData name="Ipek Beril Benli" userId="S::ipek.beril.benli@undp.org::8f9c5f4b-b22c-49ff-bdd5-d07e27607437" providerId="AD" clId="Web-{683A36E5-4E3E-43CE-6D21-84A5124529EF}" dt="2024-04-14T15:57:37.904" v="17" actId="1076"/>
          <ac:spMkLst>
            <pc:docMk/>
            <pc:sldMk cId="120320344" sldId="280"/>
            <ac:spMk id="32" creationId="{ED9C0227-9F70-3620-FB4B-9F93D716E793}"/>
          </ac:spMkLst>
        </pc:spChg>
        <pc:picChg chg="mod">
          <ac:chgData name="Ipek Beril Benli" userId="S::ipek.beril.benli@undp.org::8f9c5f4b-b22c-49ff-bdd5-d07e27607437" providerId="AD" clId="Web-{683A36E5-4E3E-43CE-6D21-84A5124529EF}" dt="2024-04-14T15:57:31.075" v="15" actId="1076"/>
          <ac:picMkLst>
            <pc:docMk/>
            <pc:sldMk cId="120320344" sldId="280"/>
            <ac:picMk id="7" creationId="{F3E68E8E-E241-A433-3899-02FE5CB6CBD5}"/>
          </ac:picMkLst>
        </pc:picChg>
        <pc:picChg chg="mod">
          <ac:chgData name="Ipek Beril Benli" userId="S::ipek.beril.benli@undp.org::8f9c5f4b-b22c-49ff-bdd5-d07e27607437" providerId="AD" clId="Web-{683A36E5-4E3E-43CE-6D21-84A5124529EF}" dt="2024-04-14T15:56:59.606" v="5" actId="1076"/>
          <ac:picMkLst>
            <pc:docMk/>
            <pc:sldMk cId="120320344" sldId="280"/>
            <ac:picMk id="29" creationId="{CD8F48FF-6BE3-6F16-C566-35970E0E71DA}"/>
          </ac:picMkLst>
        </pc:picChg>
        <pc:cxnChg chg="mod">
          <ac:chgData name="Ipek Beril Benli" userId="S::ipek.beril.benli@undp.org::8f9c5f4b-b22c-49ff-bdd5-d07e27607437" providerId="AD" clId="Web-{683A36E5-4E3E-43CE-6D21-84A5124529EF}" dt="2024-04-14T15:56:50.372" v="3" actId="1076"/>
          <ac:cxnSpMkLst>
            <pc:docMk/>
            <pc:sldMk cId="120320344" sldId="280"/>
            <ac:cxnSpMk id="55" creationId="{1EC39BDE-F794-9763-E9BB-6F366B1A9352}"/>
          </ac:cxnSpMkLst>
        </pc:cxnChg>
      </pc:sldChg>
    </pc:docChg>
  </pc:docChgLst>
  <pc:docChgLst>
    <pc:chgData name="Ipek Beril Benli" userId="S::ipek.beril.benli@undp.org::8f9c5f4b-b22c-49ff-bdd5-d07e27607437" providerId="AD" clId="Web-{5968C962-A29A-6388-5E21-A35FFA8A3C35}"/>
    <pc:docChg chg="modSld">
      <pc:chgData name="Ipek Beril Benli" userId="S::ipek.beril.benli@undp.org::8f9c5f4b-b22c-49ff-bdd5-d07e27607437" providerId="AD" clId="Web-{5968C962-A29A-6388-5E21-A35FFA8A3C35}" dt="2024-04-08T06:50:15.233" v="3"/>
      <pc:docMkLst>
        <pc:docMk/>
      </pc:docMkLst>
      <pc:sldChg chg="mod modShow">
        <pc:chgData name="Ipek Beril Benli" userId="S::ipek.beril.benli@undp.org::8f9c5f4b-b22c-49ff-bdd5-d07e27607437" providerId="AD" clId="Web-{5968C962-A29A-6388-5E21-A35FFA8A3C35}" dt="2024-04-08T06:50:15.233" v="3"/>
        <pc:sldMkLst>
          <pc:docMk/>
          <pc:sldMk cId="2049148930" sldId="276"/>
        </pc:sldMkLst>
      </pc:sldChg>
      <pc:sldChg chg="modSp">
        <pc:chgData name="Ipek Beril Benli" userId="S::ipek.beril.benli@undp.org::8f9c5f4b-b22c-49ff-bdd5-d07e27607437" providerId="AD" clId="Web-{5968C962-A29A-6388-5E21-A35FFA8A3C35}" dt="2024-04-08T06:49:43.092" v="2" actId="20577"/>
        <pc:sldMkLst>
          <pc:docMk/>
          <pc:sldMk cId="3289475291" sldId="277"/>
        </pc:sldMkLst>
        <pc:spChg chg="mod">
          <ac:chgData name="Ipek Beril Benli" userId="S::ipek.beril.benli@undp.org::8f9c5f4b-b22c-49ff-bdd5-d07e27607437" providerId="AD" clId="Web-{5968C962-A29A-6388-5E21-A35FFA8A3C35}" dt="2024-04-08T06:49:43.092" v="2" actId="20577"/>
          <ac:spMkLst>
            <pc:docMk/>
            <pc:sldMk cId="3289475291" sldId="277"/>
            <ac:spMk id="13" creationId="{728E2C50-2FAD-024C-B940-DF65B0620049}"/>
          </ac:spMkLst>
        </pc:spChg>
      </pc:sldChg>
    </pc:docChg>
  </pc:docChgLst>
  <pc:docChgLst>
    <pc:chgData name="Ipek Beril Benli" userId="S::ipek.beril.benli@undp.org::8f9c5f4b-b22c-49ff-bdd5-d07e27607437" providerId="AD" clId="Web-{5101508F-0DAE-05F4-18B8-3033C3A7817F}"/>
    <pc:docChg chg="delSld">
      <pc:chgData name="Ipek Beril Benli" userId="S::ipek.beril.benli@undp.org::8f9c5f4b-b22c-49ff-bdd5-d07e27607437" providerId="AD" clId="Web-{5101508F-0DAE-05F4-18B8-3033C3A7817F}" dt="2024-03-19T09:16:41.707" v="0"/>
      <pc:docMkLst>
        <pc:docMk/>
      </pc:docMkLst>
      <pc:sldChg chg="del">
        <pc:chgData name="Ipek Beril Benli" userId="S::ipek.beril.benli@undp.org::8f9c5f4b-b22c-49ff-bdd5-d07e27607437" providerId="AD" clId="Web-{5101508F-0DAE-05F4-18B8-3033C3A7817F}" dt="2024-03-19T09:16:41.707" v="0"/>
        <pc:sldMkLst>
          <pc:docMk/>
          <pc:sldMk cId="2496000186" sldId="278"/>
        </pc:sldMkLst>
      </pc:sldChg>
    </pc:docChg>
  </pc:docChgLst>
  <pc:docChgLst>
    <pc:chgData name="Ipek Beril Benli" userId="S::ipek.beril.benli@undp.org::8f9c5f4b-b22c-49ff-bdd5-d07e27607437" providerId="AD" clId="Web-{A699159B-CA30-B18E-23CC-B0705FD50A34}"/>
    <pc:docChg chg="addSld delSld modSld sldOrd">
      <pc:chgData name="Ipek Beril Benli" userId="S::ipek.beril.benli@undp.org::8f9c5f4b-b22c-49ff-bdd5-d07e27607437" providerId="AD" clId="Web-{A699159B-CA30-B18E-23CC-B0705FD50A34}" dt="2024-03-05T08:06:25.540" v="56" actId="1076"/>
      <pc:docMkLst>
        <pc:docMk/>
      </pc:docMkLst>
      <pc:sldChg chg="del">
        <pc:chgData name="Ipek Beril Benli" userId="S::ipek.beril.benli@undp.org::8f9c5f4b-b22c-49ff-bdd5-d07e27607437" providerId="AD" clId="Web-{A699159B-CA30-B18E-23CC-B0705FD50A34}" dt="2024-03-05T07:54:59.483" v="14"/>
        <pc:sldMkLst>
          <pc:docMk/>
          <pc:sldMk cId="0" sldId="261"/>
        </pc:sldMkLst>
      </pc:sldChg>
      <pc:sldChg chg="del">
        <pc:chgData name="Ipek Beril Benli" userId="S::ipek.beril.benli@undp.org::8f9c5f4b-b22c-49ff-bdd5-d07e27607437" providerId="AD" clId="Web-{A699159B-CA30-B18E-23CC-B0705FD50A34}" dt="2024-03-05T07:52:51.916" v="0"/>
        <pc:sldMkLst>
          <pc:docMk/>
          <pc:sldMk cId="0" sldId="262"/>
        </pc:sldMkLst>
      </pc:sldChg>
      <pc:sldChg chg="ord">
        <pc:chgData name="Ipek Beril Benli" userId="S::ipek.beril.benli@undp.org::8f9c5f4b-b22c-49ff-bdd5-d07e27607437" providerId="AD" clId="Web-{A699159B-CA30-B18E-23CC-B0705FD50A34}" dt="2024-03-05T08:03:25.642" v="32"/>
        <pc:sldMkLst>
          <pc:docMk/>
          <pc:sldMk cId="0" sldId="266"/>
        </pc:sldMkLst>
      </pc:sldChg>
      <pc:sldChg chg="modSp">
        <pc:chgData name="Ipek Beril Benli" userId="S::ipek.beril.benli@undp.org::8f9c5f4b-b22c-49ff-bdd5-d07e27607437" providerId="AD" clId="Web-{A699159B-CA30-B18E-23CC-B0705FD50A34}" dt="2024-03-05T07:55:27.312" v="18" actId="1076"/>
        <pc:sldMkLst>
          <pc:docMk/>
          <pc:sldMk cId="2362704423" sldId="269"/>
        </pc:sldMkLst>
        <pc:spChg chg="mod">
          <ac:chgData name="Ipek Beril Benli" userId="S::ipek.beril.benli@undp.org::8f9c5f4b-b22c-49ff-bdd5-d07e27607437" providerId="AD" clId="Web-{A699159B-CA30-B18E-23CC-B0705FD50A34}" dt="2024-03-05T07:55:27.312" v="18" actId="1076"/>
          <ac:spMkLst>
            <pc:docMk/>
            <pc:sldMk cId="2362704423" sldId="269"/>
            <ac:spMk id="138" creationId="{00000000-0000-0000-0000-000000000000}"/>
          </ac:spMkLst>
        </pc:spChg>
      </pc:sldChg>
      <pc:sldChg chg="modSp">
        <pc:chgData name="Ipek Beril Benli" userId="S::ipek.beril.benli@undp.org::8f9c5f4b-b22c-49ff-bdd5-d07e27607437" providerId="AD" clId="Web-{A699159B-CA30-B18E-23CC-B0705FD50A34}" dt="2024-03-05T08:06:25.540" v="56" actId="1076"/>
        <pc:sldMkLst>
          <pc:docMk/>
          <pc:sldMk cId="3407680115" sldId="271"/>
        </pc:sldMkLst>
        <pc:spChg chg="mod">
          <ac:chgData name="Ipek Beril Benli" userId="S::ipek.beril.benli@undp.org::8f9c5f4b-b22c-49ff-bdd5-d07e27607437" providerId="AD" clId="Web-{A699159B-CA30-B18E-23CC-B0705FD50A34}" dt="2024-03-05T08:06:16.696" v="51" actId="1076"/>
          <ac:spMkLst>
            <pc:docMk/>
            <pc:sldMk cId="3407680115" sldId="271"/>
            <ac:spMk id="23" creationId="{7ABA30FF-22D4-18E7-143D-700696D7D1E9}"/>
          </ac:spMkLst>
        </pc:spChg>
        <pc:spChg chg="mod">
          <ac:chgData name="Ipek Beril Benli" userId="S::ipek.beril.benli@undp.org::8f9c5f4b-b22c-49ff-bdd5-d07e27607437" providerId="AD" clId="Web-{A699159B-CA30-B18E-23CC-B0705FD50A34}" dt="2024-03-05T08:06:16.711" v="52" actId="1076"/>
          <ac:spMkLst>
            <pc:docMk/>
            <pc:sldMk cId="3407680115" sldId="271"/>
            <ac:spMk id="25" creationId="{B9C4A4D2-12D1-06C8-A047-0F87FEB8A1CB}"/>
          </ac:spMkLst>
        </pc:spChg>
        <pc:spChg chg="mod">
          <ac:chgData name="Ipek Beril Benli" userId="S::ipek.beril.benli@undp.org::8f9c5f4b-b22c-49ff-bdd5-d07e27607437" providerId="AD" clId="Web-{A699159B-CA30-B18E-23CC-B0705FD50A34}" dt="2024-03-05T08:06:10.711" v="48" actId="1076"/>
          <ac:spMkLst>
            <pc:docMk/>
            <pc:sldMk cId="3407680115" sldId="271"/>
            <ac:spMk id="26" creationId="{F50F6FFD-7D7A-BC65-960D-62662831C741}"/>
          </ac:spMkLst>
        </pc:spChg>
        <pc:spChg chg="mod">
          <ac:chgData name="Ipek Beril Benli" userId="S::ipek.beril.benli@undp.org::8f9c5f4b-b22c-49ff-bdd5-d07e27607437" providerId="AD" clId="Web-{A699159B-CA30-B18E-23CC-B0705FD50A34}" dt="2024-03-05T08:06:10.727" v="49" actId="1076"/>
          <ac:spMkLst>
            <pc:docMk/>
            <pc:sldMk cId="3407680115" sldId="271"/>
            <ac:spMk id="27" creationId="{C5E07AF1-5E71-6EE3-27BE-4B62BF924E85}"/>
          </ac:spMkLst>
        </pc:spChg>
        <pc:picChg chg="mod">
          <ac:chgData name="Ipek Beril Benli" userId="S::ipek.beril.benli@undp.org::8f9c5f4b-b22c-49ff-bdd5-d07e27607437" providerId="AD" clId="Web-{A699159B-CA30-B18E-23CC-B0705FD50A34}" dt="2024-03-05T08:06:10.727" v="50" actId="1076"/>
          <ac:picMkLst>
            <pc:docMk/>
            <pc:sldMk cId="3407680115" sldId="271"/>
            <ac:picMk id="2" creationId="{17C681C2-C322-E587-070C-56321F5137DB}"/>
          </ac:picMkLst>
        </pc:picChg>
        <pc:picChg chg="mod">
          <ac:chgData name="Ipek Beril Benli" userId="S::ipek.beril.benli@undp.org::8f9c5f4b-b22c-49ff-bdd5-d07e27607437" providerId="AD" clId="Web-{A699159B-CA30-B18E-23CC-B0705FD50A34}" dt="2024-03-05T08:06:16.727" v="53" actId="1076"/>
          <ac:picMkLst>
            <pc:docMk/>
            <pc:sldMk cId="3407680115" sldId="271"/>
            <ac:picMk id="11" creationId="{41638C66-21DA-EB15-BE9D-B46AD894E8BD}"/>
          </ac:picMkLst>
        </pc:picChg>
        <pc:picChg chg="mod">
          <ac:chgData name="Ipek Beril Benli" userId="S::ipek.beril.benli@undp.org::8f9c5f4b-b22c-49ff-bdd5-d07e27607437" providerId="AD" clId="Web-{A699159B-CA30-B18E-23CC-B0705FD50A34}" dt="2024-03-05T08:06:23.680" v="55" actId="1076"/>
          <ac:picMkLst>
            <pc:docMk/>
            <pc:sldMk cId="3407680115" sldId="271"/>
            <ac:picMk id="41" creationId="{D145DACF-BA3E-A6C1-B4BD-C1D944A163AB}"/>
          </ac:picMkLst>
        </pc:picChg>
        <pc:picChg chg="mod">
          <ac:chgData name="Ipek Beril Benli" userId="S::ipek.beril.benli@undp.org::8f9c5f4b-b22c-49ff-bdd5-d07e27607437" providerId="AD" clId="Web-{A699159B-CA30-B18E-23CC-B0705FD50A34}" dt="2024-03-05T08:06:25.540" v="56" actId="1076"/>
          <ac:picMkLst>
            <pc:docMk/>
            <pc:sldMk cId="3407680115" sldId="271"/>
            <ac:picMk id="42" creationId="{E4E49CE2-F6B7-B308-4F51-2F8866ED1212}"/>
          </ac:picMkLst>
        </pc:picChg>
        <pc:picChg chg="mod">
          <ac:chgData name="Ipek Beril Benli" userId="S::ipek.beril.benli@undp.org::8f9c5f4b-b22c-49ff-bdd5-d07e27607437" providerId="AD" clId="Web-{A699159B-CA30-B18E-23CC-B0705FD50A34}" dt="2024-03-05T08:06:22.664" v="54" actId="1076"/>
          <ac:picMkLst>
            <pc:docMk/>
            <pc:sldMk cId="3407680115" sldId="271"/>
            <ac:picMk id="43" creationId="{D187D84D-D20D-00B8-00F0-9B93F88E8DD0}"/>
          </ac:picMkLst>
        </pc:picChg>
      </pc:sldChg>
      <pc:sldChg chg="addCm">
        <pc:chgData name="Ipek Beril Benli" userId="S::ipek.beril.benli@undp.org::8f9c5f4b-b22c-49ff-bdd5-d07e27607437" providerId="AD" clId="Web-{A699159B-CA30-B18E-23CC-B0705FD50A34}" dt="2024-03-05T07:59:24.727" v="31"/>
        <pc:sldMkLst>
          <pc:docMk/>
          <pc:sldMk cId="3100614976" sldId="273"/>
        </pc:sldMkLst>
        <pc:extLst>
          <p:ext xmlns:p="http://schemas.openxmlformats.org/presentationml/2006/main" uri="{D6D511B9-2390-475A-947B-AFAB55BFBCF1}">
            <pc226:cmChg xmlns:pc226="http://schemas.microsoft.com/office/powerpoint/2022/06/main/command" xmlns="" chg="add">
              <pc226:chgData name="Ipek Beril Benli" userId="S::ipek.beril.benli@undp.org::8f9c5f4b-b22c-49ff-bdd5-d07e27607437" providerId="AD" clId="Web-{A699159B-CA30-B18E-23CC-B0705FD50A34}" dt="2024-03-05T07:59:24.727" v="31"/>
              <pc2:cmMkLst xmlns:pc2="http://schemas.microsoft.com/office/powerpoint/2019/9/main/command">
                <pc:docMk/>
                <pc:sldMk cId="3100614976" sldId="273"/>
                <pc2:cmMk id="{0760F27F-A6EA-43CB-87F1-435D928619FF}"/>
              </pc2:cmMkLst>
            </pc226:cmChg>
          </p:ext>
        </pc:extLst>
      </pc:sldChg>
      <pc:sldChg chg="delSp modSp">
        <pc:chgData name="Ipek Beril Benli" userId="S::ipek.beril.benli@undp.org::8f9c5f4b-b22c-49ff-bdd5-d07e27607437" providerId="AD" clId="Web-{A699159B-CA30-B18E-23CC-B0705FD50A34}" dt="2024-03-05T07:56:10.048" v="28"/>
        <pc:sldMkLst>
          <pc:docMk/>
          <pc:sldMk cId="2049148930" sldId="276"/>
        </pc:sldMkLst>
        <pc:spChg chg="del">
          <ac:chgData name="Ipek Beril Benli" userId="S::ipek.beril.benli@undp.org::8f9c5f4b-b22c-49ff-bdd5-d07e27607437" providerId="AD" clId="Web-{A699159B-CA30-B18E-23CC-B0705FD50A34}" dt="2024-03-05T07:55:41.031" v="19"/>
          <ac:spMkLst>
            <pc:docMk/>
            <pc:sldMk cId="2049148930" sldId="276"/>
            <ac:spMk id="56" creationId="{AAA9756B-A6D9-87E4-0397-05AFBE93A0FE}"/>
          </ac:spMkLst>
        </pc:spChg>
        <pc:spChg chg="del">
          <ac:chgData name="Ipek Beril Benli" userId="S::ipek.beril.benli@undp.org::8f9c5f4b-b22c-49ff-bdd5-d07e27607437" providerId="AD" clId="Web-{A699159B-CA30-B18E-23CC-B0705FD50A34}" dt="2024-03-05T07:55:43.922" v="20"/>
          <ac:spMkLst>
            <pc:docMk/>
            <pc:sldMk cId="2049148930" sldId="276"/>
            <ac:spMk id="59" creationId="{8FB5117D-9F42-A305-C31F-8057A7FA5EE2}"/>
          </ac:spMkLst>
        </pc:spChg>
        <pc:spChg chg="del">
          <ac:chgData name="Ipek Beril Benli" userId="S::ipek.beril.benli@undp.org::8f9c5f4b-b22c-49ff-bdd5-d07e27607437" providerId="AD" clId="Web-{A699159B-CA30-B18E-23CC-B0705FD50A34}" dt="2024-03-05T07:55:46.469" v="21"/>
          <ac:spMkLst>
            <pc:docMk/>
            <pc:sldMk cId="2049148930" sldId="276"/>
            <ac:spMk id="61" creationId="{075AD72F-1CBF-1BA0-C9E3-B496B2429EDA}"/>
          </ac:spMkLst>
        </pc:spChg>
        <pc:spChg chg="del">
          <ac:chgData name="Ipek Beril Benli" userId="S::ipek.beril.benli@undp.org::8f9c5f4b-b22c-49ff-bdd5-d07e27607437" providerId="AD" clId="Web-{A699159B-CA30-B18E-23CC-B0705FD50A34}" dt="2024-03-05T07:55:48.891" v="22"/>
          <ac:spMkLst>
            <pc:docMk/>
            <pc:sldMk cId="2049148930" sldId="276"/>
            <ac:spMk id="65" creationId="{28D56CDB-DE66-044E-A5AF-30E4F8442B3A}"/>
          </ac:spMkLst>
        </pc:spChg>
        <pc:spChg chg="del">
          <ac:chgData name="Ipek Beril Benli" userId="S::ipek.beril.benli@undp.org::8f9c5f4b-b22c-49ff-bdd5-d07e27607437" providerId="AD" clId="Web-{A699159B-CA30-B18E-23CC-B0705FD50A34}" dt="2024-03-05T07:55:50.985" v="23"/>
          <ac:spMkLst>
            <pc:docMk/>
            <pc:sldMk cId="2049148930" sldId="276"/>
            <ac:spMk id="68" creationId="{6E1AF9F0-79AB-3F42-43FD-B7D03153E4C2}"/>
          </ac:spMkLst>
        </pc:spChg>
        <pc:spChg chg="del">
          <ac:chgData name="Ipek Beril Benli" userId="S::ipek.beril.benli@undp.org::8f9c5f4b-b22c-49ff-bdd5-d07e27607437" providerId="AD" clId="Web-{A699159B-CA30-B18E-23CC-B0705FD50A34}" dt="2024-03-05T07:55:53.985" v="24"/>
          <ac:spMkLst>
            <pc:docMk/>
            <pc:sldMk cId="2049148930" sldId="276"/>
            <ac:spMk id="70" creationId="{B627DA20-2916-F29C-FD77-6D332B31033D}"/>
          </ac:spMkLst>
        </pc:spChg>
        <pc:spChg chg="del mod">
          <ac:chgData name="Ipek Beril Benli" userId="S::ipek.beril.benli@undp.org::8f9c5f4b-b22c-49ff-bdd5-d07e27607437" providerId="AD" clId="Web-{A699159B-CA30-B18E-23CC-B0705FD50A34}" dt="2024-03-05T07:55:59.704" v="26"/>
          <ac:spMkLst>
            <pc:docMk/>
            <pc:sldMk cId="2049148930" sldId="276"/>
            <ac:spMk id="72" creationId="{D63D5E15-FDE2-86D1-22E3-E42AAE9D342D}"/>
          </ac:spMkLst>
        </pc:spChg>
        <pc:spChg chg="del">
          <ac:chgData name="Ipek Beril Benli" userId="S::ipek.beril.benli@undp.org::8f9c5f4b-b22c-49ff-bdd5-d07e27607437" providerId="AD" clId="Web-{A699159B-CA30-B18E-23CC-B0705FD50A34}" dt="2024-03-05T07:56:05.735" v="27"/>
          <ac:spMkLst>
            <pc:docMk/>
            <pc:sldMk cId="2049148930" sldId="276"/>
            <ac:spMk id="76" creationId="{2BAD13C1-B6E1-655E-C00C-C1BD65338B31}"/>
          </ac:spMkLst>
        </pc:spChg>
        <pc:inkChg chg="del">
          <ac:chgData name="Ipek Beril Benli" userId="S::ipek.beril.benli@undp.org::8f9c5f4b-b22c-49ff-bdd5-d07e27607437" providerId="AD" clId="Web-{A699159B-CA30-B18E-23CC-B0705FD50A34}" dt="2024-03-05T07:56:10.048" v="28"/>
          <ac:inkMkLst>
            <pc:docMk/>
            <pc:sldMk cId="2049148930" sldId="276"/>
            <ac:inkMk id="4" creationId="{1042CC3B-13AA-FB27-8696-DB4FB2496303}"/>
          </ac:inkMkLst>
        </pc:inkChg>
      </pc:sldChg>
      <pc:sldChg chg="addSp modSp add del">
        <pc:chgData name="Ipek Beril Benli" userId="S::ipek.beril.benli@undp.org::8f9c5f4b-b22c-49ff-bdd5-d07e27607437" providerId="AD" clId="Web-{A699159B-CA30-B18E-23CC-B0705FD50A34}" dt="2024-03-05T07:54:08.700" v="10"/>
        <pc:sldMkLst>
          <pc:docMk/>
          <pc:sldMk cId="3289475291" sldId="277"/>
        </pc:sldMkLst>
        <pc:spChg chg="add">
          <ac:chgData name="Ipek Beril Benli" userId="S::ipek.beril.benli@undp.org::8f9c5f4b-b22c-49ff-bdd5-d07e27607437" providerId="AD" clId="Web-{A699159B-CA30-B18E-23CC-B0705FD50A34}" dt="2024-03-05T07:53:35.699" v="6"/>
          <ac:spMkLst>
            <pc:docMk/>
            <pc:sldMk cId="3289475291" sldId="277"/>
            <ac:spMk id="4" creationId="{C27CDA04-DD0F-B186-2DEF-4E42BB95E3E7}"/>
          </ac:spMkLst>
        </pc:spChg>
        <pc:spChg chg="mod">
          <ac:chgData name="Ipek Beril Benli" userId="S::ipek.beril.benli@undp.org::8f9c5f4b-b22c-49ff-bdd5-d07e27607437" providerId="AD" clId="Web-{A699159B-CA30-B18E-23CC-B0705FD50A34}" dt="2024-03-05T07:53:54.996" v="8" actId="20577"/>
          <ac:spMkLst>
            <pc:docMk/>
            <pc:sldMk cId="3289475291" sldId="277"/>
            <ac:spMk id="17" creationId="{80864D61-2CDC-9A4A-B1FA-183FD5A7EE05}"/>
          </ac:spMkLst>
        </pc:spChg>
        <pc:grpChg chg="add">
          <ac:chgData name="Ipek Beril Benli" userId="S::ipek.beril.benli@undp.org::8f9c5f4b-b22c-49ff-bdd5-d07e27607437" providerId="AD" clId="Web-{A699159B-CA30-B18E-23CC-B0705FD50A34}" dt="2024-03-05T07:54:08.700" v="10"/>
          <ac:grpSpMkLst>
            <pc:docMk/>
            <pc:sldMk cId="3289475291" sldId="277"/>
            <ac:grpSpMk id="22" creationId="{84E60052-8846-132E-6DB4-76A3EFA936FD}"/>
          </ac:grpSpMkLst>
        </pc:grpChg>
        <pc:picChg chg="add">
          <ac:chgData name="Ipek Beril Benli" userId="S::ipek.beril.benli@undp.org::8f9c5f4b-b22c-49ff-bdd5-d07e27607437" providerId="AD" clId="Web-{A699159B-CA30-B18E-23CC-B0705FD50A34}" dt="2024-03-05T07:54:02.028" v="9"/>
          <ac:picMkLst>
            <pc:docMk/>
            <pc:sldMk cId="3289475291" sldId="277"/>
            <ac:picMk id="6" creationId="{22834F29-5962-E524-966F-2131C390342B}"/>
          </ac:picMkLst>
        </pc:picChg>
      </pc:sldChg>
      <pc:sldChg chg="addSp modSp add addCm">
        <pc:chgData name="Ipek Beril Benli" userId="S::ipek.beril.benli@undp.org::8f9c5f4b-b22c-49ff-bdd5-d07e27607437" providerId="AD" clId="Web-{A699159B-CA30-B18E-23CC-B0705FD50A34}" dt="2024-03-05T07:58:45.679" v="30"/>
        <pc:sldMkLst>
          <pc:docMk/>
          <pc:sldMk cId="2496000186" sldId="278"/>
        </pc:sldMkLst>
        <pc:spChg chg="add">
          <ac:chgData name="Ipek Beril Benli" userId="S::ipek.beril.benli@undp.org::8f9c5f4b-b22c-49ff-bdd5-d07e27607437" providerId="AD" clId="Web-{A699159B-CA30-B18E-23CC-B0705FD50A34}" dt="2024-03-05T07:56:32.518" v="29"/>
          <ac:spMkLst>
            <pc:docMk/>
            <pc:sldMk cId="2496000186" sldId="278"/>
            <ac:spMk id="31" creationId="{EC791F92-229F-A4C7-7BA2-8601C37D9CE6}"/>
          </ac:spMkLst>
        </pc:spChg>
        <pc:spChg chg="mod">
          <ac:chgData name="Ipek Beril Benli" userId="S::ipek.beril.benli@undp.org::8f9c5f4b-b22c-49ff-bdd5-d07e27607437" providerId="AD" clId="Web-{A699159B-CA30-B18E-23CC-B0705FD50A34}" dt="2024-03-05T07:54:19.653" v="11" actId="20577"/>
          <ac:spMkLst>
            <pc:docMk/>
            <pc:sldMk cId="2496000186" sldId="278"/>
            <ac:spMk id="36" creationId="{3FE6CAB8-2846-BB51-1874-8C0523C079D9}"/>
          </ac:spMkLst>
        </pc:spChg>
        <pc:grpChg chg="add">
          <ac:chgData name="Ipek Beril Benli" userId="S::ipek.beril.benli@undp.org::8f9c5f4b-b22c-49ff-bdd5-d07e27607437" providerId="AD" clId="Web-{A699159B-CA30-B18E-23CC-B0705FD50A34}" dt="2024-03-05T07:54:51.217" v="13"/>
          <ac:grpSpMkLst>
            <pc:docMk/>
            <pc:sldMk cId="2496000186" sldId="278"/>
            <ac:grpSpMk id="16" creationId="{50C0EBFD-17D0-F853-3AB8-9A2B9BBC38B1}"/>
          </ac:grpSpMkLst>
        </pc:grpChg>
        <pc:picChg chg="add">
          <ac:chgData name="Ipek Beril Benli" userId="S::ipek.beril.benli@undp.org::8f9c5f4b-b22c-49ff-bdd5-d07e27607437" providerId="AD" clId="Web-{A699159B-CA30-B18E-23CC-B0705FD50A34}" dt="2024-03-05T07:54:51.139" v="12"/>
          <ac:picMkLst>
            <pc:docMk/>
            <pc:sldMk cId="2496000186" sldId="278"/>
            <ac:picMk id="8" creationId="{83E36E9F-C0BB-8FD9-7ED1-9B8FE193BB3B}"/>
          </ac:picMkLst>
        </pc:picChg>
        <pc:extLst>
          <p:ext xmlns:p="http://schemas.openxmlformats.org/presentationml/2006/main" uri="{D6D511B9-2390-475A-947B-AFAB55BFBCF1}">
            <pc226:cmChg xmlns:pc226="http://schemas.microsoft.com/office/powerpoint/2022/06/main/command" xmlns="" chg="add">
              <pc226:chgData name="Ipek Beril Benli" userId="S::ipek.beril.benli@undp.org::8f9c5f4b-b22c-49ff-bdd5-d07e27607437" providerId="AD" clId="Web-{A699159B-CA30-B18E-23CC-B0705FD50A34}" dt="2024-03-05T07:58:45.679" v="30"/>
              <pc2:cmMkLst xmlns:pc2="http://schemas.microsoft.com/office/powerpoint/2019/9/main/command">
                <pc:docMk/>
                <pc:sldMk cId="2496000186" sldId="278"/>
                <pc2:cmMk id="{B9CFB55F-B64D-4089-8034-8150A9E9C8BC}"/>
              </pc2:cmMkLst>
            </pc226:cmChg>
          </p:ext>
        </pc:ext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5:40:34.784"/>
    </inkml:context>
    <inkml:brush xml:id="br0">
      <inkml:brushProperty name="width" value="0.1" units="cm"/>
      <inkml:brushProperty name="height" value="0.1" units="cm"/>
    </inkml:brush>
  </inkml:definitions>
  <inkml:trace contextRef="#ctx0" brushRef="#br0">22541 4514 8642 0 0,'0'0'0'0'0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2-21T17:14:10.917"/>
    </inkml:context>
    <inkml:brush xml:id="br0">
      <inkml:brushProperty name="width" value="0.1" units="cm"/>
      <inkml:brushProperty name="height" value="0.1" units="cm"/>
    </inkml:brush>
  </inkml:definitions>
  <inkml:trace contextRef="#ctx0" brushRef="#br0">8758 4343 1183 0 0,'1'-6'2657'0'0,"0"-1"-2657"0"0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5" name="Shape 465"/>
          <p:cNvSpPr>
            <a:spLocks noGrp="1" noRot="1" noChangeAspect="1"/>
          </p:cNvSpPr>
          <p:nvPr>
            <p:ph type="sldImg"/>
          </p:nvPr>
        </p:nvSpPr>
        <p:spPr>
          <a:xfrm>
            <a:off x="1143000" y="685800"/>
            <a:ext cx="4572000" cy="3429000"/>
          </a:xfrm>
          <a:prstGeom prst="rect">
            <a:avLst/>
          </a:prstGeom>
        </p:spPr>
        <p:txBody>
          <a:bodyPr/>
          <a:lstStyle/>
          <a:p>
            <a:endParaRPr/>
          </a:p>
        </p:txBody>
      </p:sp>
      <p:sp>
        <p:nvSpPr>
          <p:cNvPr id="466" name="Shape 46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619769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970373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932278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678467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470255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485560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68502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Shape 501"/>
          <p:cNvSpPr>
            <a:spLocks noGrp="1" noRot="1" noChangeAspect="1"/>
          </p:cNvSpPr>
          <p:nvPr>
            <p:ph type="sldImg"/>
          </p:nvPr>
        </p:nvSpPr>
        <p:spPr>
          <a:xfrm>
            <a:off x="381000" y="685800"/>
            <a:ext cx="6096000" cy="3429000"/>
          </a:xfrm>
          <a:prstGeom prst="rect">
            <a:avLst/>
          </a:prstGeom>
        </p:spPr>
        <p:txBody>
          <a:bodyPr/>
          <a:lstStyle/>
          <a:p>
            <a:endParaRPr/>
          </a:p>
        </p:txBody>
      </p:sp>
      <p:sp>
        <p:nvSpPr>
          <p:cNvPr id="502" name="Shape 502"/>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4083632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3_Title Slide">
    <p:spTree>
      <p:nvGrpSpPr>
        <p:cNvPr id="1" name=""/>
        <p:cNvGrpSpPr/>
        <p:nvPr/>
      </p:nvGrpSpPr>
      <p:grpSpPr>
        <a:xfrm>
          <a:off x="0" y="0"/>
          <a:ext cx="0" cy="0"/>
          <a:chOff x="0" y="0"/>
          <a:chExt cx="0" cy="0"/>
        </a:xfrm>
      </p:grpSpPr>
      <p:sp>
        <p:nvSpPr>
          <p:cNvPr id="11"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3_Section Header">
    <p:spTree>
      <p:nvGrpSpPr>
        <p:cNvPr id="1" name=""/>
        <p:cNvGrpSpPr/>
        <p:nvPr/>
      </p:nvGrpSpPr>
      <p:grpSpPr>
        <a:xfrm>
          <a:off x="0" y="0"/>
          <a:ext cx="0" cy="0"/>
          <a:chOff x="0" y="0"/>
          <a:chExt cx="0" cy="0"/>
        </a:xfrm>
      </p:grpSpPr>
      <p:sp>
        <p:nvSpPr>
          <p:cNvPr id="27"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4_Two Content">
    <p:spTree>
      <p:nvGrpSpPr>
        <p:cNvPr id="1" name=""/>
        <p:cNvGrpSpPr/>
        <p:nvPr/>
      </p:nvGrpSpPr>
      <p:grpSpPr>
        <a:xfrm>
          <a:off x="0" y="0"/>
          <a:ext cx="0" cy="0"/>
          <a:chOff x="0" y="0"/>
          <a:chExt cx="0" cy="0"/>
        </a:xfrm>
      </p:grpSpPr>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3_Title Only">
    <p:spTree>
      <p:nvGrpSpPr>
        <p:cNvPr id="1" name=""/>
        <p:cNvGrpSpPr/>
        <p:nvPr/>
      </p:nvGrpSpPr>
      <p:grpSpPr>
        <a:xfrm>
          <a:off x="0" y="0"/>
          <a:ext cx="0" cy="0"/>
          <a:chOff x="0" y="0"/>
          <a:chExt cx="0" cy="0"/>
        </a:xfrm>
      </p:grpSpPr>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3_Blank">
    <p:spTree>
      <p:nvGrpSpPr>
        <p:cNvPr id="1" name=""/>
        <p:cNvGrpSpPr/>
        <p:nvPr/>
      </p:nvGrpSpPr>
      <p:grpSpPr>
        <a:xfrm>
          <a:off x="0" y="0"/>
          <a:ext cx="0" cy="0"/>
          <a:chOff x="0" y="0"/>
          <a:chExt cx="0" cy="0"/>
        </a:xfrm>
      </p:grpSpPr>
      <p:sp>
        <p:nvSpPr>
          <p:cNvPr id="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3_Content with Caption">
    <p:bg>
      <p:bgPr>
        <a:solidFill>
          <a:srgbClr val="2B2551"/>
        </a:solidFill>
        <a:effectLst/>
      </p:bgPr>
    </p:bg>
    <p:spTree>
      <p:nvGrpSpPr>
        <p:cNvPr id="1" name=""/>
        <p:cNvGrpSpPr/>
        <p:nvPr/>
      </p:nvGrpSpPr>
      <p:grpSpPr>
        <a:xfrm>
          <a:off x="0" y="0"/>
          <a:ext cx="0" cy="0"/>
          <a:chOff x="0" y="0"/>
          <a:chExt cx="0" cy="0"/>
        </a:xfrm>
      </p:grpSpPr>
      <p:pic>
        <p:nvPicPr>
          <p:cNvPr id="63"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64"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65"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66"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67"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68"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69"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3_Picture with Caption">
    <p:bg>
      <p:bgPr>
        <a:solidFill>
          <a:srgbClr val="2B2551"/>
        </a:solidFill>
        <a:effectLst/>
      </p:bgPr>
    </p:bg>
    <p:spTree>
      <p:nvGrpSpPr>
        <p:cNvPr id="1" name=""/>
        <p:cNvGrpSpPr/>
        <p:nvPr/>
      </p:nvGrpSpPr>
      <p:grpSpPr>
        <a:xfrm>
          <a:off x="0" y="0"/>
          <a:ext cx="0" cy="0"/>
          <a:chOff x="0" y="0"/>
          <a:chExt cx="0" cy="0"/>
        </a:xfrm>
      </p:grpSpPr>
      <p:pic>
        <p:nvPicPr>
          <p:cNvPr id="77"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78"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79"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80"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81"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2"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3"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3_Blue background">
    <p:bg>
      <p:bgPr>
        <a:solidFill>
          <a:srgbClr val="2B2551"/>
        </a:solidFill>
        <a:effectLst/>
      </p:bgPr>
    </p:bg>
    <p:spTree>
      <p:nvGrpSpPr>
        <p:cNvPr id="1" name=""/>
        <p:cNvGrpSpPr/>
        <p:nvPr/>
      </p:nvGrpSpPr>
      <p:grpSpPr>
        <a:xfrm>
          <a:off x="0" y="0"/>
          <a:ext cx="0" cy="0"/>
          <a:chOff x="0" y="0"/>
          <a:chExt cx="0" cy="0"/>
        </a:xfrm>
      </p:grpSpPr>
      <p:sp>
        <p:nvSpPr>
          <p:cNvPr id="91"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2_Title Slide">
    <p:bg>
      <p:bgPr>
        <a:solidFill>
          <a:srgbClr val="2B2551"/>
        </a:solidFill>
        <a:effectLst/>
      </p:bgPr>
    </p:bg>
    <p:spTree>
      <p:nvGrpSpPr>
        <p:cNvPr id="1" name=""/>
        <p:cNvGrpSpPr/>
        <p:nvPr/>
      </p:nvGrpSpPr>
      <p:grpSpPr>
        <a:xfrm>
          <a:off x="0" y="0"/>
          <a:ext cx="0" cy="0"/>
          <a:chOff x="0" y="0"/>
          <a:chExt cx="0" cy="0"/>
        </a:xfrm>
      </p:grpSpPr>
      <p:pic>
        <p:nvPicPr>
          <p:cNvPr id="9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9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0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0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02"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03"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2_Title and Content">
    <p:bg>
      <p:bgPr>
        <a:solidFill>
          <a:srgbClr val="2B2551"/>
        </a:solidFill>
        <a:effectLst/>
      </p:bgPr>
    </p:bg>
    <p:spTree>
      <p:nvGrpSpPr>
        <p:cNvPr id="1" name=""/>
        <p:cNvGrpSpPr/>
        <p:nvPr/>
      </p:nvGrpSpPr>
      <p:grpSpPr>
        <a:xfrm>
          <a:off x="0" y="0"/>
          <a:ext cx="0" cy="0"/>
          <a:chOff x="0" y="0"/>
          <a:chExt cx="0" cy="0"/>
        </a:xfrm>
      </p:grpSpPr>
      <p:pic>
        <p:nvPicPr>
          <p:cNvPr id="11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1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1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1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15" name="Title Text"/>
          <p:cNvSpPr txBox="1">
            <a:spLocks noGrp="1"/>
          </p:cNvSpPr>
          <p:nvPr>
            <p:ph type="title"/>
          </p:nvPr>
        </p:nvSpPr>
        <p:spPr>
          <a:prstGeom prst="rect">
            <a:avLst/>
          </a:prstGeom>
        </p:spPr>
        <p:txBody>
          <a:bodyPr/>
          <a:lstStyle/>
          <a:p>
            <a:r>
              <a:t>Title Text</a:t>
            </a:r>
          </a:p>
        </p:txBody>
      </p:sp>
      <p:sp>
        <p:nvSpPr>
          <p:cNvPr id="11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2_Section Header">
    <p:bg>
      <p:bgPr>
        <a:solidFill>
          <a:srgbClr val="2B2551"/>
        </a:solidFill>
        <a:effectLst/>
      </p:bgPr>
    </p:bg>
    <p:spTree>
      <p:nvGrpSpPr>
        <p:cNvPr id="1" name=""/>
        <p:cNvGrpSpPr/>
        <p:nvPr/>
      </p:nvGrpSpPr>
      <p:grpSpPr>
        <a:xfrm>
          <a:off x="0" y="0"/>
          <a:ext cx="0" cy="0"/>
          <a:chOff x="0" y="0"/>
          <a:chExt cx="0" cy="0"/>
        </a:xfrm>
      </p:grpSpPr>
      <p:pic>
        <p:nvPicPr>
          <p:cNvPr id="12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2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2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2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28"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129"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1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3_Two Content">
    <p:bg>
      <p:bgPr>
        <a:solidFill>
          <a:srgbClr val="2B2551"/>
        </a:solidFill>
        <a:effectLst/>
      </p:bgPr>
    </p:bg>
    <p:spTree>
      <p:nvGrpSpPr>
        <p:cNvPr id="1" name=""/>
        <p:cNvGrpSpPr/>
        <p:nvPr/>
      </p:nvGrpSpPr>
      <p:grpSpPr>
        <a:xfrm>
          <a:off x="0" y="0"/>
          <a:ext cx="0" cy="0"/>
          <a:chOff x="0" y="0"/>
          <a:chExt cx="0" cy="0"/>
        </a:xfrm>
      </p:grpSpPr>
      <p:pic>
        <p:nvPicPr>
          <p:cNvPr id="137"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38"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39"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40"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41" name="Title Text"/>
          <p:cNvSpPr txBox="1">
            <a:spLocks noGrp="1"/>
          </p:cNvSpPr>
          <p:nvPr>
            <p:ph type="title"/>
          </p:nvPr>
        </p:nvSpPr>
        <p:spPr>
          <a:xfrm>
            <a:off x="1039653" y="1153987"/>
            <a:ext cx="10112696" cy="921255"/>
          </a:xfrm>
          <a:prstGeom prst="rect">
            <a:avLst/>
          </a:prstGeom>
        </p:spPr>
        <p:txBody>
          <a:bodyPr/>
          <a:lstStyle/>
          <a:p>
            <a:r>
              <a:t>Title Text</a:t>
            </a:r>
          </a:p>
        </p:txBody>
      </p:sp>
      <p:sp>
        <p:nvSpPr>
          <p:cNvPr id="142" name="Body Level One…"/>
          <p:cNvSpPr txBox="1">
            <a:spLocks noGrp="1"/>
          </p:cNvSpPr>
          <p:nvPr>
            <p:ph type="body" sz="half" idx="1"/>
          </p:nvPr>
        </p:nvSpPr>
        <p:spPr>
          <a:xfrm>
            <a:off x="1039653" y="2087361"/>
            <a:ext cx="4919546" cy="408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2_Title Only">
    <p:bg>
      <p:bgPr>
        <a:solidFill>
          <a:srgbClr val="2B2551"/>
        </a:solidFill>
        <a:effectLst/>
      </p:bgPr>
    </p:bg>
    <p:spTree>
      <p:nvGrpSpPr>
        <p:cNvPr id="1" name=""/>
        <p:cNvGrpSpPr/>
        <p:nvPr/>
      </p:nvGrpSpPr>
      <p:grpSpPr>
        <a:xfrm>
          <a:off x="0" y="0"/>
          <a:ext cx="0" cy="0"/>
          <a:chOff x="0" y="0"/>
          <a:chExt cx="0" cy="0"/>
        </a:xfrm>
      </p:grpSpPr>
      <p:pic>
        <p:nvPicPr>
          <p:cNvPr id="16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6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6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6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68"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1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2_Blank">
    <p:bg>
      <p:bgPr>
        <a:solidFill>
          <a:srgbClr val="2B2551"/>
        </a:solidFill>
        <a:effectLst/>
      </p:bgPr>
    </p:bg>
    <p:spTree>
      <p:nvGrpSpPr>
        <p:cNvPr id="1" name=""/>
        <p:cNvGrpSpPr/>
        <p:nvPr/>
      </p:nvGrpSpPr>
      <p:grpSpPr>
        <a:xfrm>
          <a:off x="0" y="0"/>
          <a:ext cx="0" cy="0"/>
          <a:chOff x="0" y="0"/>
          <a:chExt cx="0" cy="0"/>
        </a:xfrm>
      </p:grpSpPr>
      <p:pic>
        <p:nvPicPr>
          <p:cNvPr id="176"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77"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78"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79"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2_Content with Caption">
    <p:bg>
      <p:bgPr>
        <a:solidFill>
          <a:srgbClr val="2B2551"/>
        </a:solidFill>
        <a:effectLst/>
      </p:bgPr>
    </p:bg>
    <p:spTree>
      <p:nvGrpSpPr>
        <p:cNvPr id="1" name=""/>
        <p:cNvGrpSpPr/>
        <p:nvPr/>
      </p:nvGrpSpPr>
      <p:grpSpPr>
        <a:xfrm>
          <a:off x="0" y="0"/>
          <a:ext cx="0" cy="0"/>
          <a:chOff x="0" y="0"/>
          <a:chExt cx="0" cy="0"/>
        </a:xfrm>
      </p:grpSpPr>
      <p:pic>
        <p:nvPicPr>
          <p:cNvPr id="187"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188"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189"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190"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191"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192"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193"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1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2_Picture with Caption">
    <p:bg>
      <p:bgPr>
        <a:solidFill>
          <a:srgbClr val="2B2551"/>
        </a:solidFill>
        <a:effectLst/>
      </p:bgPr>
    </p:bg>
    <p:spTree>
      <p:nvGrpSpPr>
        <p:cNvPr id="1" name=""/>
        <p:cNvGrpSpPr/>
        <p:nvPr/>
      </p:nvGrpSpPr>
      <p:grpSpPr>
        <a:xfrm>
          <a:off x="0" y="0"/>
          <a:ext cx="0" cy="0"/>
          <a:chOff x="0" y="0"/>
          <a:chExt cx="0" cy="0"/>
        </a:xfrm>
      </p:grpSpPr>
      <p:pic>
        <p:nvPicPr>
          <p:cNvPr id="20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0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0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0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05"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206"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207"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2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2_Blue background">
    <p:bg>
      <p:bgPr>
        <a:solidFill>
          <a:srgbClr val="2B2551"/>
        </a:solidFill>
        <a:effectLst/>
      </p:bgPr>
    </p:bg>
    <p:spTree>
      <p:nvGrpSpPr>
        <p:cNvPr id="1" name=""/>
        <p:cNvGrpSpPr/>
        <p:nvPr/>
      </p:nvGrpSpPr>
      <p:grpSpPr>
        <a:xfrm>
          <a:off x="0" y="0"/>
          <a:ext cx="0" cy="0"/>
          <a:chOff x="0" y="0"/>
          <a:chExt cx="0" cy="0"/>
        </a:xfrm>
      </p:grpSpPr>
      <p:sp>
        <p:nvSpPr>
          <p:cNvPr id="215"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1_Title Slide">
    <p:bg>
      <p:bgPr>
        <a:solidFill>
          <a:srgbClr val="2B2551"/>
        </a:solidFill>
        <a:effectLst/>
      </p:bgPr>
    </p:bg>
    <p:spTree>
      <p:nvGrpSpPr>
        <p:cNvPr id="1" name=""/>
        <p:cNvGrpSpPr/>
        <p:nvPr/>
      </p:nvGrpSpPr>
      <p:grpSpPr>
        <a:xfrm>
          <a:off x="0" y="0"/>
          <a:ext cx="0" cy="0"/>
          <a:chOff x="0" y="0"/>
          <a:chExt cx="0" cy="0"/>
        </a:xfrm>
      </p:grpSpPr>
      <p:pic>
        <p:nvPicPr>
          <p:cNvPr id="222"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23"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24"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25"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26"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227"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2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1_Title and Content">
    <p:bg>
      <p:bgPr>
        <a:solidFill>
          <a:srgbClr val="2B2551"/>
        </a:solidFill>
        <a:effectLst/>
      </p:bgPr>
    </p:bg>
    <p:spTree>
      <p:nvGrpSpPr>
        <p:cNvPr id="1" name=""/>
        <p:cNvGrpSpPr/>
        <p:nvPr/>
      </p:nvGrpSpPr>
      <p:grpSpPr>
        <a:xfrm>
          <a:off x="0" y="0"/>
          <a:ext cx="0" cy="0"/>
          <a:chOff x="0" y="0"/>
          <a:chExt cx="0" cy="0"/>
        </a:xfrm>
      </p:grpSpPr>
      <p:pic>
        <p:nvPicPr>
          <p:cNvPr id="235"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36"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37"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38"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39" name="Title Text"/>
          <p:cNvSpPr txBox="1">
            <a:spLocks noGrp="1"/>
          </p:cNvSpPr>
          <p:nvPr>
            <p:ph type="title"/>
          </p:nvPr>
        </p:nvSpPr>
        <p:spPr>
          <a:prstGeom prst="rect">
            <a:avLst/>
          </a:prstGeom>
        </p:spPr>
        <p:txBody>
          <a:bodyPr/>
          <a:lstStyle/>
          <a:p>
            <a:r>
              <a:t>Title Text</a:t>
            </a:r>
          </a:p>
        </p:txBody>
      </p:sp>
      <p:sp>
        <p:nvSpPr>
          <p:cNvPr id="240"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1_Section Header">
    <p:bg>
      <p:bgPr>
        <a:solidFill>
          <a:srgbClr val="2B2551"/>
        </a:solidFill>
        <a:effectLst/>
      </p:bgPr>
    </p:bg>
    <p:spTree>
      <p:nvGrpSpPr>
        <p:cNvPr id="1" name=""/>
        <p:cNvGrpSpPr/>
        <p:nvPr/>
      </p:nvGrpSpPr>
      <p:grpSpPr>
        <a:xfrm>
          <a:off x="0" y="0"/>
          <a:ext cx="0" cy="0"/>
          <a:chOff x="0" y="0"/>
          <a:chExt cx="0" cy="0"/>
        </a:xfrm>
      </p:grpSpPr>
      <p:pic>
        <p:nvPicPr>
          <p:cNvPr id="24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4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5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5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52"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253"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2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2_Two Content">
    <p:bg>
      <p:bgPr>
        <a:solidFill>
          <a:srgbClr val="2B2551"/>
        </a:solidFill>
        <a:effectLst/>
      </p:bgPr>
    </p:bg>
    <p:spTree>
      <p:nvGrpSpPr>
        <p:cNvPr id="1" name=""/>
        <p:cNvGrpSpPr/>
        <p:nvPr/>
      </p:nvGrpSpPr>
      <p:grpSpPr>
        <a:xfrm>
          <a:off x="0" y="0"/>
          <a:ext cx="0" cy="0"/>
          <a:chOff x="0" y="0"/>
          <a:chExt cx="0" cy="0"/>
        </a:xfrm>
      </p:grpSpPr>
      <p:pic>
        <p:nvPicPr>
          <p:cNvPr id="26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6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6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6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65" name="Title Text"/>
          <p:cNvSpPr txBox="1">
            <a:spLocks noGrp="1"/>
          </p:cNvSpPr>
          <p:nvPr>
            <p:ph type="title"/>
          </p:nvPr>
        </p:nvSpPr>
        <p:spPr>
          <a:xfrm>
            <a:off x="1039653" y="1153987"/>
            <a:ext cx="10112696" cy="921255"/>
          </a:xfrm>
          <a:prstGeom prst="rect">
            <a:avLst/>
          </a:prstGeom>
        </p:spPr>
        <p:txBody>
          <a:bodyPr/>
          <a:lstStyle/>
          <a:p>
            <a:r>
              <a:t>Title Text</a:t>
            </a:r>
          </a:p>
        </p:txBody>
      </p:sp>
      <p:sp>
        <p:nvSpPr>
          <p:cNvPr id="266" name="Body Level One…"/>
          <p:cNvSpPr txBox="1">
            <a:spLocks noGrp="1"/>
          </p:cNvSpPr>
          <p:nvPr>
            <p:ph type="body" sz="half" idx="1"/>
          </p:nvPr>
        </p:nvSpPr>
        <p:spPr>
          <a:xfrm>
            <a:off x="1039653" y="2087361"/>
            <a:ext cx="4919546" cy="408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1_Comparison">
    <p:bg>
      <p:bgPr>
        <a:solidFill>
          <a:srgbClr val="2B2551"/>
        </a:solidFill>
        <a:effectLst/>
      </p:bgPr>
    </p:bg>
    <p:spTree>
      <p:nvGrpSpPr>
        <p:cNvPr id="1" name=""/>
        <p:cNvGrpSpPr/>
        <p:nvPr/>
      </p:nvGrpSpPr>
      <p:grpSpPr>
        <a:xfrm>
          <a:off x="0" y="0"/>
          <a:ext cx="0" cy="0"/>
          <a:chOff x="0" y="0"/>
          <a:chExt cx="0" cy="0"/>
        </a:xfrm>
      </p:grpSpPr>
      <p:pic>
        <p:nvPicPr>
          <p:cNvPr id="27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7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7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7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78" name="Body Level One…"/>
          <p:cNvSpPr txBox="1">
            <a:spLocks noGrp="1"/>
          </p:cNvSpPr>
          <p:nvPr>
            <p:ph type="body" sz="quarter" idx="1"/>
          </p:nvPr>
        </p:nvSpPr>
        <p:spPr>
          <a:xfrm>
            <a:off x="1039652" y="1987368"/>
            <a:ext cx="4957923" cy="597100"/>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279" name="Text Placeholder 4"/>
          <p:cNvSpPr>
            <a:spLocks noGrp="1"/>
          </p:cNvSpPr>
          <p:nvPr>
            <p:ph type="body" sz="quarter" idx="21"/>
          </p:nvPr>
        </p:nvSpPr>
        <p:spPr>
          <a:xfrm>
            <a:off x="6172200" y="1987367"/>
            <a:ext cx="4980148" cy="601050"/>
          </a:xfrm>
          <a:prstGeom prst="rect">
            <a:avLst/>
          </a:prstGeom>
        </p:spPr>
        <p:txBody>
          <a:bodyPr anchor="b"/>
          <a:lstStyle/>
          <a:p>
            <a:pPr marL="0" indent="0">
              <a:buSzTx/>
              <a:buFontTx/>
              <a:buNone/>
              <a:defRPr sz="2400" b="1"/>
            </a:pPr>
            <a:endParaRPr/>
          </a:p>
        </p:txBody>
      </p:sp>
      <p:sp>
        <p:nvSpPr>
          <p:cNvPr id="280"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2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1_Title Only">
    <p:bg>
      <p:bgPr>
        <a:solidFill>
          <a:srgbClr val="2B2551"/>
        </a:solidFill>
        <a:effectLst/>
      </p:bgPr>
    </p:bg>
    <p:spTree>
      <p:nvGrpSpPr>
        <p:cNvPr id="1" name=""/>
        <p:cNvGrpSpPr/>
        <p:nvPr/>
      </p:nvGrpSpPr>
      <p:grpSpPr>
        <a:xfrm>
          <a:off x="0" y="0"/>
          <a:ext cx="0" cy="0"/>
          <a:chOff x="0" y="0"/>
          <a:chExt cx="0" cy="0"/>
        </a:xfrm>
      </p:grpSpPr>
      <p:pic>
        <p:nvPicPr>
          <p:cNvPr id="28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28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29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29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292"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2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1_Blank">
    <p:bg>
      <p:bgPr>
        <a:solidFill>
          <a:srgbClr val="2B2551"/>
        </a:solidFill>
        <a:effectLst/>
      </p:bgPr>
    </p:bg>
    <p:spTree>
      <p:nvGrpSpPr>
        <p:cNvPr id="1" name=""/>
        <p:cNvGrpSpPr/>
        <p:nvPr/>
      </p:nvGrpSpPr>
      <p:grpSpPr>
        <a:xfrm>
          <a:off x="0" y="0"/>
          <a:ext cx="0" cy="0"/>
          <a:chOff x="0" y="0"/>
          <a:chExt cx="0" cy="0"/>
        </a:xfrm>
      </p:grpSpPr>
      <p:pic>
        <p:nvPicPr>
          <p:cNvPr id="300"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01"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02"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03"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1_Content with Caption">
    <p:bg>
      <p:bgPr>
        <a:solidFill>
          <a:srgbClr val="2B2551"/>
        </a:solidFill>
        <a:effectLst/>
      </p:bgPr>
    </p:bg>
    <p:spTree>
      <p:nvGrpSpPr>
        <p:cNvPr id="1" name=""/>
        <p:cNvGrpSpPr/>
        <p:nvPr/>
      </p:nvGrpSpPr>
      <p:grpSpPr>
        <a:xfrm>
          <a:off x="0" y="0"/>
          <a:ext cx="0" cy="0"/>
          <a:chOff x="0" y="0"/>
          <a:chExt cx="0" cy="0"/>
        </a:xfrm>
      </p:grpSpPr>
      <p:pic>
        <p:nvPicPr>
          <p:cNvPr id="31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1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1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1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15"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316"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317"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3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1_Picture with Caption">
    <p:bg>
      <p:bgPr>
        <a:solidFill>
          <a:srgbClr val="2B2551"/>
        </a:solidFill>
        <a:effectLst/>
      </p:bgPr>
    </p:bg>
    <p:spTree>
      <p:nvGrpSpPr>
        <p:cNvPr id="1" name=""/>
        <p:cNvGrpSpPr/>
        <p:nvPr/>
      </p:nvGrpSpPr>
      <p:grpSpPr>
        <a:xfrm>
          <a:off x="0" y="0"/>
          <a:ext cx="0" cy="0"/>
          <a:chOff x="0" y="0"/>
          <a:chExt cx="0" cy="0"/>
        </a:xfrm>
      </p:grpSpPr>
      <p:pic>
        <p:nvPicPr>
          <p:cNvPr id="325"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26"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27"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28"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29"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330"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331"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1_Blue background">
    <p:bg>
      <p:bgPr>
        <a:solidFill>
          <a:srgbClr val="2B2551"/>
        </a:solidFill>
        <a:effectLst/>
      </p:bgPr>
    </p:bg>
    <p:spTree>
      <p:nvGrpSpPr>
        <p:cNvPr id="1" name=""/>
        <p:cNvGrpSpPr/>
        <p:nvPr/>
      </p:nvGrpSpPr>
      <p:grpSpPr>
        <a:xfrm>
          <a:off x="0" y="0"/>
          <a:ext cx="0" cy="0"/>
          <a:chOff x="0" y="0"/>
          <a:chExt cx="0" cy="0"/>
        </a:xfrm>
      </p:grpSpPr>
      <p:sp>
        <p:nvSpPr>
          <p:cNvPr id="339"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itle Slide">
    <p:bg>
      <p:bgPr>
        <a:solidFill>
          <a:srgbClr val="2B2551"/>
        </a:solidFill>
        <a:effectLst/>
      </p:bgPr>
    </p:bg>
    <p:spTree>
      <p:nvGrpSpPr>
        <p:cNvPr id="1" name=""/>
        <p:cNvGrpSpPr/>
        <p:nvPr/>
      </p:nvGrpSpPr>
      <p:grpSpPr>
        <a:xfrm>
          <a:off x="0" y="0"/>
          <a:ext cx="0" cy="0"/>
          <a:chOff x="0" y="0"/>
          <a:chExt cx="0" cy="0"/>
        </a:xfrm>
      </p:grpSpPr>
      <p:pic>
        <p:nvPicPr>
          <p:cNvPr id="346"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47"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48"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49"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50"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351"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3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2B2551"/>
        </a:solidFill>
        <a:effectLst/>
      </p:bgPr>
    </p:bg>
    <p:spTree>
      <p:nvGrpSpPr>
        <p:cNvPr id="1" name=""/>
        <p:cNvGrpSpPr/>
        <p:nvPr/>
      </p:nvGrpSpPr>
      <p:grpSpPr>
        <a:xfrm>
          <a:off x="0" y="0"/>
          <a:ext cx="0" cy="0"/>
          <a:chOff x="0" y="0"/>
          <a:chExt cx="0" cy="0"/>
        </a:xfrm>
      </p:grpSpPr>
      <p:pic>
        <p:nvPicPr>
          <p:cNvPr id="359"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60"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61"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62"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63" name="Title Text"/>
          <p:cNvSpPr txBox="1">
            <a:spLocks noGrp="1"/>
          </p:cNvSpPr>
          <p:nvPr>
            <p:ph type="title"/>
          </p:nvPr>
        </p:nvSpPr>
        <p:spPr>
          <a:prstGeom prst="rect">
            <a:avLst/>
          </a:prstGeom>
        </p:spPr>
        <p:txBody>
          <a:bodyPr/>
          <a:lstStyle/>
          <a:p>
            <a:r>
              <a:t>Title Text</a:t>
            </a:r>
          </a:p>
        </p:txBody>
      </p:sp>
      <p:sp>
        <p:nvSpPr>
          <p:cNvPr id="364"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2B2551"/>
        </a:solidFill>
        <a:effectLst/>
      </p:bgPr>
    </p:bg>
    <p:spTree>
      <p:nvGrpSpPr>
        <p:cNvPr id="1" name=""/>
        <p:cNvGrpSpPr/>
        <p:nvPr/>
      </p:nvGrpSpPr>
      <p:grpSpPr>
        <a:xfrm>
          <a:off x="0" y="0"/>
          <a:ext cx="0" cy="0"/>
          <a:chOff x="0" y="0"/>
          <a:chExt cx="0" cy="0"/>
        </a:xfrm>
      </p:grpSpPr>
      <p:pic>
        <p:nvPicPr>
          <p:cNvPr id="372"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73"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74"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75"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76"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77"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FEFFFE"/>
                </a:solidFill>
              </a:defRPr>
            </a:lvl1pPr>
            <a:lvl2pPr marL="0" indent="457200">
              <a:buSzTx/>
              <a:buFontTx/>
              <a:buNone/>
              <a:defRPr sz="2400">
                <a:solidFill>
                  <a:srgbClr val="FEFFFE"/>
                </a:solidFill>
              </a:defRPr>
            </a:lvl2pPr>
            <a:lvl3pPr marL="0" indent="914400">
              <a:buSzTx/>
              <a:buFontTx/>
              <a:buNone/>
              <a:defRPr sz="2400">
                <a:solidFill>
                  <a:srgbClr val="FEFFFE"/>
                </a:solidFill>
              </a:defRPr>
            </a:lvl3pPr>
            <a:lvl4pPr marL="0" indent="1371600">
              <a:buSzTx/>
              <a:buFontTx/>
              <a:buNone/>
              <a:defRPr sz="2400">
                <a:solidFill>
                  <a:srgbClr val="FEFFFE"/>
                </a:solidFill>
              </a:defRPr>
            </a:lvl4pPr>
            <a:lvl5pPr marL="0" indent="1828800">
              <a:buSzTx/>
              <a:buFontTx/>
              <a:buNone/>
              <a:defRPr sz="2400">
                <a:solidFill>
                  <a:srgbClr val="FEFFFE"/>
                </a:solidFill>
              </a:defRPr>
            </a:lvl5pPr>
          </a:lstStyle>
          <a:p>
            <a:r>
              <a:t>Body Level One</a:t>
            </a:r>
          </a:p>
          <a:p>
            <a:pPr lvl="1"/>
            <a:r>
              <a:t>Body Level Two</a:t>
            </a:r>
          </a:p>
          <a:p>
            <a:pPr lvl="2"/>
            <a:r>
              <a:t>Body Level Three</a:t>
            </a:r>
          </a:p>
          <a:p>
            <a:pPr lvl="3"/>
            <a:r>
              <a:t>Body Level Four</a:t>
            </a:r>
          </a:p>
          <a:p>
            <a:pPr lvl="4"/>
            <a:r>
              <a:t>Body Level Five</a:t>
            </a:r>
          </a:p>
        </p:txBody>
      </p:sp>
      <p:sp>
        <p:nvSpPr>
          <p:cNvPr id="3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1_Two Content">
    <p:spTree>
      <p:nvGrpSpPr>
        <p:cNvPr id="1" name=""/>
        <p:cNvGrpSpPr/>
        <p:nvPr/>
      </p:nvGrpSpPr>
      <p:grpSpPr>
        <a:xfrm>
          <a:off x="0" y="0"/>
          <a:ext cx="0" cy="0"/>
          <a:chOff x="0" y="0"/>
          <a:chExt cx="0" cy="0"/>
        </a:xfrm>
      </p:grpSpPr>
      <p:sp>
        <p:nvSpPr>
          <p:cNvPr id="385" name="Title Text"/>
          <p:cNvSpPr txBox="1">
            <a:spLocks noGrp="1"/>
          </p:cNvSpPr>
          <p:nvPr>
            <p:ph type="title"/>
          </p:nvPr>
        </p:nvSpPr>
        <p:spPr>
          <a:xfrm>
            <a:off x="1039653" y="1153987"/>
            <a:ext cx="10112696" cy="921255"/>
          </a:xfrm>
          <a:prstGeom prst="rect">
            <a:avLst/>
          </a:prstGeom>
        </p:spPr>
        <p:txBody>
          <a:bodyPr/>
          <a:lstStyle/>
          <a:p>
            <a:r>
              <a:t>Title Text</a:t>
            </a:r>
          </a:p>
        </p:txBody>
      </p:sp>
      <p:sp>
        <p:nvSpPr>
          <p:cNvPr id="386" name="Body Level One…"/>
          <p:cNvSpPr txBox="1">
            <a:spLocks noGrp="1"/>
          </p:cNvSpPr>
          <p:nvPr>
            <p:ph type="body" sz="half" idx="1"/>
          </p:nvPr>
        </p:nvSpPr>
        <p:spPr>
          <a:xfrm>
            <a:off x="1039653" y="2087361"/>
            <a:ext cx="4919546" cy="408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8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Comparison">
    <p:bg>
      <p:bgPr>
        <a:solidFill>
          <a:srgbClr val="2B2551"/>
        </a:solidFill>
        <a:effectLst/>
      </p:bgPr>
    </p:bg>
    <p:spTree>
      <p:nvGrpSpPr>
        <p:cNvPr id="1" name=""/>
        <p:cNvGrpSpPr/>
        <p:nvPr/>
      </p:nvGrpSpPr>
      <p:grpSpPr>
        <a:xfrm>
          <a:off x="0" y="0"/>
          <a:ext cx="0" cy="0"/>
          <a:chOff x="0" y="0"/>
          <a:chExt cx="0" cy="0"/>
        </a:xfrm>
      </p:grpSpPr>
      <p:pic>
        <p:nvPicPr>
          <p:cNvPr id="394"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395"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396"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397"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398" name="Body Level One…"/>
          <p:cNvSpPr txBox="1">
            <a:spLocks noGrp="1"/>
          </p:cNvSpPr>
          <p:nvPr>
            <p:ph type="body" sz="quarter" idx="1"/>
          </p:nvPr>
        </p:nvSpPr>
        <p:spPr>
          <a:xfrm>
            <a:off x="1039652" y="1987368"/>
            <a:ext cx="4957923" cy="597100"/>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399" name="Text Placeholder 4"/>
          <p:cNvSpPr>
            <a:spLocks noGrp="1"/>
          </p:cNvSpPr>
          <p:nvPr>
            <p:ph type="body" sz="quarter" idx="21"/>
          </p:nvPr>
        </p:nvSpPr>
        <p:spPr>
          <a:xfrm>
            <a:off x="6172200" y="1987367"/>
            <a:ext cx="4980148" cy="601050"/>
          </a:xfrm>
          <a:prstGeom prst="rect">
            <a:avLst/>
          </a:prstGeom>
        </p:spPr>
        <p:txBody>
          <a:bodyPr anchor="b"/>
          <a:lstStyle/>
          <a:p>
            <a:pPr marL="0" indent="0">
              <a:buSzTx/>
              <a:buFontTx/>
              <a:buNone/>
              <a:defRPr sz="2400" b="1"/>
            </a:pPr>
            <a:endParaRPr/>
          </a:p>
        </p:txBody>
      </p:sp>
      <p:sp>
        <p:nvSpPr>
          <p:cNvPr id="400"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4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Title Only">
    <p:bg>
      <p:bgPr>
        <a:solidFill>
          <a:srgbClr val="2B2551"/>
        </a:solidFill>
        <a:effectLst/>
      </p:bgPr>
    </p:bg>
    <p:spTree>
      <p:nvGrpSpPr>
        <p:cNvPr id="1" name=""/>
        <p:cNvGrpSpPr/>
        <p:nvPr/>
      </p:nvGrpSpPr>
      <p:grpSpPr>
        <a:xfrm>
          <a:off x="0" y="0"/>
          <a:ext cx="0" cy="0"/>
          <a:chOff x="0" y="0"/>
          <a:chExt cx="0" cy="0"/>
        </a:xfrm>
      </p:grpSpPr>
      <p:pic>
        <p:nvPicPr>
          <p:cNvPr id="408"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09"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10"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11"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12" name="Title Text"/>
          <p:cNvSpPr txBox="1">
            <a:spLocks noGrp="1"/>
          </p:cNvSpPr>
          <p:nvPr>
            <p:ph type="title"/>
          </p:nvPr>
        </p:nvSpPr>
        <p:spPr>
          <a:xfrm>
            <a:off x="1039653" y="1053628"/>
            <a:ext cx="10112696" cy="921255"/>
          </a:xfrm>
          <a:prstGeom prst="rect">
            <a:avLst/>
          </a:prstGeom>
        </p:spPr>
        <p:txBody>
          <a:bodyPr/>
          <a:lstStyle/>
          <a:p>
            <a:r>
              <a:t>Title Text</a:t>
            </a:r>
          </a:p>
        </p:txBody>
      </p:sp>
      <p:sp>
        <p:nvSpPr>
          <p:cNvPr id="4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Blank">
    <p:bg>
      <p:bgPr>
        <a:solidFill>
          <a:srgbClr val="2B2551"/>
        </a:solidFill>
        <a:effectLst/>
      </p:bgPr>
    </p:bg>
    <p:spTree>
      <p:nvGrpSpPr>
        <p:cNvPr id="1" name=""/>
        <p:cNvGrpSpPr/>
        <p:nvPr/>
      </p:nvGrpSpPr>
      <p:grpSpPr>
        <a:xfrm>
          <a:off x="0" y="0"/>
          <a:ext cx="0" cy="0"/>
          <a:chOff x="0" y="0"/>
          <a:chExt cx="0" cy="0"/>
        </a:xfrm>
      </p:grpSpPr>
      <p:pic>
        <p:nvPicPr>
          <p:cNvPr id="420"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21"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22"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23"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2B2551"/>
        </a:solidFill>
        <a:effectLst/>
      </p:bgPr>
    </p:bg>
    <p:spTree>
      <p:nvGrpSpPr>
        <p:cNvPr id="1" name=""/>
        <p:cNvGrpSpPr/>
        <p:nvPr/>
      </p:nvGrpSpPr>
      <p:grpSpPr>
        <a:xfrm>
          <a:off x="0" y="0"/>
          <a:ext cx="0" cy="0"/>
          <a:chOff x="0" y="0"/>
          <a:chExt cx="0" cy="0"/>
        </a:xfrm>
      </p:grpSpPr>
      <p:pic>
        <p:nvPicPr>
          <p:cNvPr id="431"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32"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33"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34"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35" name="Title Text"/>
          <p:cNvSpPr txBox="1">
            <a:spLocks noGrp="1"/>
          </p:cNvSpPr>
          <p:nvPr>
            <p:ph type="title"/>
          </p:nvPr>
        </p:nvSpPr>
        <p:spPr>
          <a:xfrm>
            <a:off x="839787" y="702526"/>
            <a:ext cx="3932239" cy="1354874"/>
          </a:xfrm>
          <a:prstGeom prst="rect">
            <a:avLst/>
          </a:prstGeom>
        </p:spPr>
        <p:txBody>
          <a:bodyPr anchor="b"/>
          <a:lstStyle>
            <a:lvl1pPr>
              <a:defRPr sz="3200"/>
            </a:lvl1pPr>
          </a:lstStyle>
          <a:p>
            <a:r>
              <a:t>Title Text</a:t>
            </a:r>
          </a:p>
        </p:txBody>
      </p:sp>
      <p:sp>
        <p:nvSpPr>
          <p:cNvPr id="436" name="Body Level One…"/>
          <p:cNvSpPr txBox="1">
            <a:spLocks noGrp="1"/>
          </p:cNvSpPr>
          <p:nvPr>
            <p:ph type="body" sz="half" idx="1"/>
          </p:nvPr>
        </p:nvSpPr>
        <p:spPr>
          <a:xfrm>
            <a:off x="5185316" y="1304693"/>
            <a:ext cx="6170072" cy="4556358"/>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437"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4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2B2551"/>
        </a:solidFill>
        <a:effectLst/>
      </p:bgPr>
    </p:bg>
    <p:spTree>
      <p:nvGrpSpPr>
        <p:cNvPr id="1" name=""/>
        <p:cNvGrpSpPr/>
        <p:nvPr/>
      </p:nvGrpSpPr>
      <p:grpSpPr>
        <a:xfrm>
          <a:off x="0" y="0"/>
          <a:ext cx="0" cy="0"/>
          <a:chOff x="0" y="0"/>
          <a:chExt cx="0" cy="0"/>
        </a:xfrm>
      </p:grpSpPr>
      <p:pic>
        <p:nvPicPr>
          <p:cNvPr id="445" name="Picture 6" descr="Picture 6"/>
          <p:cNvPicPr>
            <a:picLocks noChangeAspect="1"/>
          </p:cNvPicPr>
          <p:nvPr/>
        </p:nvPicPr>
        <p:blipFill>
          <a:blip r:embed="rId2"/>
          <a:stretch>
            <a:fillRect/>
          </a:stretch>
        </p:blipFill>
        <p:spPr>
          <a:xfrm>
            <a:off x="11353800" y="-360"/>
            <a:ext cx="771056" cy="1172346"/>
          </a:xfrm>
          <a:prstGeom prst="rect">
            <a:avLst/>
          </a:prstGeom>
          <a:ln w="12700">
            <a:miter lim="400000"/>
          </a:ln>
        </p:spPr>
      </p:pic>
      <p:pic>
        <p:nvPicPr>
          <p:cNvPr id="446" name="Picture 7" descr="Picture 7"/>
          <p:cNvPicPr>
            <a:picLocks noChangeAspect="1"/>
          </p:cNvPicPr>
          <p:nvPr/>
        </p:nvPicPr>
        <p:blipFill>
          <a:blip r:embed="rId3"/>
          <a:stretch>
            <a:fillRect/>
          </a:stretch>
        </p:blipFill>
        <p:spPr>
          <a:xfrm>
            <a:off x="10200438" y="318824"/>
            <a:ext cx="1172345" cy="572571"/>
          </a:xfrm>
          <a:prstGeom prst="rect">
            <a:avLst/>
          </a:prstGeom>
          <a:ln w="12700">
            <a:miter lim="400000"/>
          </a:ln>
        </p:spPr>
      </p:pic>
      <p:pic>
        <p:nvPicPr>
          <p:cNvPr id="447" name="Picture 8" descr="Picture 8"/>
          <p:cNvPicPr>
            <a:picLocks noChangeAspect="1"/>
          </p:cNvPicPr>
          <p:nvPr/>
        </p:nvPicPr>
        <p:blipFill>
          <a:blip r:embed="rId4"/>
          <a:stretch>
            <a:fillRect/>
          </a:stretch>
        </p:blipFill>
        <p:spPr>
          <a:xfrm>
            <a:off x="8151163" y="219583"/>
            <a:ext cx="771056" cy="771056"/>
          </a:xfrm>
          <a:prstGeom prst="rect">
            <a:avLst/>
          </a:prstGeom>
          <a:ln w="12700">
            <a:miter lim="400000"/>
          </a:ln>
        </p:spPr>
      </p:pic>
      <p:pic>
        <p:nvPicPr>
          <p:cNvPr id="448" name="Picture 9" descr="Picture 9"/>
          <p:cNvPicPr>
            <a:picLocks noChangeAspect="1"/>
          </p:cNvPicPr>
          <p:nvPr/>
        </p:nvPicPr>
        <p:blipFill>
          <a:blip r:embed="rId5"/>
          <a:stretch>
            <a:fillRect/>
          </a:stretch>
        </p:blipFill>
        <p:spPr>
          <a:xfrm>
            <a:off x="9084426" y="256850"/>
            <a:ext cx="959441" cy="733788"/>
          </a:xfrm>
          <a:prstGeom prst="rect">
            <a:avLst/>
          </a:prstGeom>
          <a:ln w="12700">
            <a:miter lim="400000"/>
          </a:ln>
        </p:spPr>
      </p:pic>
      <p:sp>
        <p:nvSpPr>
          <p:cNvPr id="449"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450"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451"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4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Blue background">
    <p:bg>
      <p:bgPr>
        <a:solidFill>
          <a:srgbClr val="2B2551"/>
        </a:solidFill>
        <a:effectLst/>
      </p:bgPr>
    </p:bg>
    <p:spTree>
      <p:nvGrpSpPr>
        <p:cNvPr id="1" name=""/>
        <p:cNvGrpSpPr/>
        <p:nvPr/>
      </p:nvGrpSpPr>
      <p:grpSpPr>
        <a:xfrm>
          <a:off x="0" y="0"/>
          <a:ext cx="0" cy="0"/>
          <a:chOff x="0" y="0"/>
          <a:chExt cx="0" cy="0"/>
        </a:xfrm>
      </p:grpSpPr>
      <p:sp>
        <p:nvSpPr>
          <p:cNvPr id="459" name="Slide Number"/>
          <p:cNvSpPr txBox="1">
            <a:spLocks noGrp="1"/>
          </p:cNvSpPr>
          <p:nvPr>
            <p:ph type="sldNum" sz="quarter" idx="2"/>
          </p:nvPr>
        </p:nvSpPr>
        <p:spPr>
          <a:xfrm>
            <a:off x="10869247" y="6400151"/>
            <a:ext cx="273610" cy="277520"/>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78B4-4C54-AF5B-2929-7967B5D72587}"/>
              </a:ext>
            </a:extLst>
          </p:cNvPr>
          <p:cNvSpPr>
            <a:spLocks noGrp="1"/>
          </p:cNvSpPr>
          <p:nvPr>
            <p:ph type="title"/>
          </p:nvPr>
        </p:nvSpPr>
        <p:spPr>
          <a:xfrm>
            <a:off x="1039653" y="1153987"/>
            <a:ext cx="10112695" cy="92125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74E1BF71-B4F8-FDC2-D3CE-E4B9824A5AE0}"/>
              </a:ext>
            </a:extLst>
          </p:cNvPr>
          <p:cNvSpPr>
            <a:spLocks noGrp="1"/>
          </p:cNvSpPr>
          <p:nvPr>
            <p:ph sz="half" idx="1"/>
          </p:nvPr>
        </p:nvSpPr>
        <p:spPr>
          <a:xfrm>
            <a:off x="1039653" y="2087362"/>
            <a:ext cx="4919546" cy="408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2507F9-B1BA-85ED-15EE-A276F4A78836}"/>
              </a:ext>
            </a:extLst>
          </p:cNvPr>
          <p:cNvSpPr>
            <a:spLocks noGrp="1"/>
          </p:cNvSpPr>
          <p:nvPr>
            <p:ph sz="half" idx="2"/>
          </p:nvPr>
        </p:nvSpPr>
        <p:spPr>
          <a:xfrm>
            <a:off x="6232802" y="2087362"/>
            <a:ext cx="4919546" cy="4089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DB9351-FBE6-F588-FD07-6D67A654539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69315B8-57CD-1150-8FD7-9FACD2173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8E19A3-55D2-9FA5-AA5A-7331BF601B9A}"/>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87144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p:nvPr>
        </p:nvSpPr>
        <p:spPr>
          <a:xfrm>
            <a:off x="1049144" y="2007218"/>
            <a:ext cx="10093712" cy="41697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3" name="Title Text"/>
          <p:cNvSpPr txBox="1">
            <a:spLocks noGrp="1"/>
          </p:cNvSpPr>
          <p:nvPr>
            <p:ph type="title"/>
          </p:nvPr>
        </p:nvSpPr>
        <p:spPr>
          <a:xfrm>
            <a:off x="1039653" y="1064778"/>
            <a:ext cx="10112696" cy="92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4" name="Slide Number"/>
          <p:cNvSpPr txBox="1">
            <a:spLocks noGrp="1"/>
          </p:cNvSpPr>
          <p:nvPr>
            <p:ph type="sldNum" sz="quarter" idx="2"/>
          </p:nvPr>
        </p:nvSpPr>
        <p:spPr>
          <a:xfrm>
            <a:off x="10884232" y="6414758"/>
            <a:ext cx="258625" cy="248306"/>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C837"/>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FFFFFF"/>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8.jpe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13.png"/><Relationship Id="rId7" Type="http://schemas.openxmlformats.org/officeDocument/2006/relationships/image" Target="../media/image10.png"/><Relationship Id="rId12"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1.xml"/><Relationship Id="rId6" Type="http://schemas.openxmlformats.org/officeDocument/2006/relationships/image" Target="../media/image9.png"/><Relationship Id="rId11" Type="http://schemas.openxmlformats.org/officeDocument/2006/relationships/customXml" Target="../ink/ink2.xml"/><Relationship Id="rId5" Type="http://schemas.openxmlformats.org/officeDocument/2006/relationships/image" Target="../media/image4.png"/><Relationship Id="rId10" Type="http://schemas.openxmlformats.org/officeDocument/2006/relationships/image" Target="../media/image1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1.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customXml" Target="../ink/ink4.xml"/><Relationship Id="rId4" Type="http://schemas.openxmlformats.org/officeDocument/2006/relationships/image" Target="../media/image2.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1.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customXml" Target="../ink/ink6.xml"/><Relationship Id="rId4" Type="http://schemas.openxmlformats.org/officeDocument/2006/relationships/image" Target="../media/image2.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1.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customXml" Target="../ink/ink8.xml"/><Relationship Id="rId4" Type="http://schemas.openxmlformats.org/officeDocument/2006/relationships/image" Target="../media/image2.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1.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customXml" Target="../ink/ink10.xml"/><Relationship Id="rId4" Type="http://schemas.openxmlformats.org/officeDocument/2006/relationships/image" Target="../media/image2.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customXml" Target="../ink/ink11.xml"/><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1.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customXml" Target="../ink/ink12.xml"/><Relationship Id="rId4" Type="http://schemas.openxmlformats.org/officeDocument/2006/relationships/image" Target="../media/image2.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13.png"/><Relationship Id="rId7" Type="http://schemas.openxmlformats.org/officeDocument/2006/relationships/image" Target="../media/image10.png"/><Relationship Id="rId12"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31.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customXml" Target="../ink/ink14.xml"/><Relationship Id="rId4" Type="http://schemas.openxmlformats.org/officeDocument/2006/relationships/image" Target="../media/image2.png"/><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customXml" Target="../ink/ink15.xml"/><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1.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customXml" Target="../ink/ink16.xml"/><Relationship Id="rId4" Type="http://schemas.openxmlformats.org/officeDocument/2006/relationships/image" Target="../media/image2.png"/><Relationship Id="rId9"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customXml" Target="../ink/ink17.xml"/><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1.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customXml" Target="../ink/ink18.xml"/><Relationship Id="rId4" Type="http://schemas.openxmlformats.org/officeDocument/2006/relationships/image" Target="../media/image2.png"/><Relationship Id="rId9"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using a computer&#10;&#10;Description automatically generated">
            <a:extLst>
              <a:ext uri="{FF2B5EF4-FFF2-40B4-BE49-F238E27FC236}">
                <a16:creationId xmlns:a16="http://schemas.microsoft.com/office/drawing/2014/main" id="{6E8DDA74-8630-43BB-E564-7470D2C1DFC0}"/>
              </a:ext>
            </a:extLst>
          </p:cNvPr>
          <p:cNvPicPr>
            <a:picLocks noChangeAspect="1"/>
          </p:cNvPicPr>
          <p:nvPr/>
        </p:nvPicPr>
        <p:blipFill rotWithShape="1">
          <a:blip r:embed="rId2"/>
          <a:srcRect l="28" t="125" r="5881" b="35700"/>
          <a:stretch/>
        </p:blipFill>
        <p:spPr>
          <a:xfrm>
            <a:off x="-2985" y="1339747"/>
            <a:ext cx="12225969" cy="5533684"/>
          </a:xfrm>
          <a:prstGeom prst="rect">
            <a:avLst/>
          </a:prstGeom>
        </p:spPr>
      </p:pic>
      <p:sp>
        <p:nvSpPr>
          <p:cNvPr id="468" name="Rectangle"/>
          <p:cNvSpPr/>
          <p:nvPr/>
        </p:nvSpPr>
        <p:spPr>
          <a:xfrm>
            <a:off x="-11767" y="1339747"/>
            <a:ext cx="12203767" cy="5535101"/>
          </a:xfrm>
          <a:prstGeom prst="rect">
            <a:avLst/>
          </a:prstGeom>
          <a:solidFill>
            <a:srgbClr val="4617DE"/>
          </a:solidFill>
          <a:ln w="12700">
            <a:solidFill>
              <a:srgbClr val="4617DE"/>
            </a:solidFill>
            <a:miter lim="400000"/>
          </a:ln>
        </p:spPr>
        <p:txBody>
          <a:bodyPr lIns="45719" rIns="45719" anchor="ctr"/>
          <a:lstStyle/>
          <a:p>
            <a:endParaRPr/>
          </a:p>
        </p:txBody>
      </p:sp>
      <p:pic>
        <p:nvPicPr>
          <p:cNvPr id="469" name="Picture 7" descr="Picture 7"/>
          <p:cNvPicPr>
            <a:picLocks noChangeAspect="1"/>
          </p:cNvPicPr>
          <p:nvPr/>
        </p:nvPicPr>
        <p:blipFill>
          <a:blip r:embed="rId3"/>
          <a:stretch>
            <a:fillRect/>
          </a:stretch>
        </p:blipFill>
        <p:spPr>
          <a:xfrm>
            <a:off x="10091332" y="387946"/>
            <a:ext cx="1172345" cy="572571"/>
          </a:xfrm>
          <a:prstGeom prst="rect">
            <a:avLst/>
          </a:prstGeom>
          <a:ln w="12700">
            <a:miter lim="400000"/>
          </a:ln>
        </p:spPr>
      </p:pic>
      <p:pic>
        <p:nvPicPr>
          <p:cNvPr id="470" name="Picture 9" descr="Picture 9"/>
          <p:cNvPicPr>
            <a:picLocks noChangeAspect="1"/>
          </p:cNvPicPr>
          <p:nvPr/>
        </p:nvPicPr>
        <p:blipFill>
          <a:blip r:embed="rId4"/>
          <a:stretch>
            <a:fillRect/>
          </a:stretch>
        </p:blipFill>
        <p:spPr>
          <a:xfrm>
            <a:off x="8970126" y="295810"/>
            <a:ext cx="959441" cy="733788"/>
          </a:xfrm>
          <a:prstGeom prst="rect">
            <a:avLst/>
          </a:prstGeom>
          <a:ln w="12700">
            <a:miter lim="400000"/>
          </a:ln>
        </p:spPr>
      </p:pic>
      <p:pic>
        <p:nvPicPr>
          <p:cNvPr id="471" name="pasted-movie.png" descr="pasted-movie.png"/>
          <p:cNvPicPr>
            <a:picLocks noChangeAspect="1"/>
          </p:cNvPicPr>
          <p:nvPr/>
        </p:nvPicPr>
        <p:blipFill>
          <a:blip r:embed="rId5"/>
          <a:stretch>
            <a:fillRect/>
          </a:stretch>
        </p:blipFill>
        <p:spPr>
          <a:xfrm>
            <a:off x="11474078" y="103953"/>
            <a:ext cx="526003" cy="1065320"/>
          </a:xfrm>
          <a:prstGeom prst="rect">
            <a:avLst/>
          </a:prstGeom>
          <a:ln w="12700">
            <a:miter lim="400000"/>
          </a:ln>
        </p:spPr>
      </p:pic>
      <p:pic>
        <p:nvPicPr>
          <p:cNvPr id="472" name="pasted-movie.png" descr="pasted-movie.png"/>
          <p:cNvPicPr>
            <a:picLocks noChangeAspect="1"/>
          </p:cNvPicPr>
          <p:nvPr/>
        </p:nvPicPr>
        <p:blipFill>
          <a:blip r:embed="rId6"/>
          <a:srcRect l="13941" t="19365" r="13941" b="19365"/>
          <a:stretch>
            <a:fillRect/>
          </a:stretch>
        </p:blipFill>
        <p:spPr>
          <a:xfrm>
            <a:off x="7968564" y="251012"/>
            <a:ext cx="907559" cy="771035"/>
          </a:xfrm>
          <a:prstGeom prst="rect">
            <a:avLst/>
          </a:prstGeom>
          <a:ln w="12700">
            <a:miter lim="400000"/>
          </a:ln>
        </p:spPr>
      </p:pic>
      <p:pic>
        <p:nvPicPr>
          <p:cNvPr id="474" name="Image" descr="Image"/>
          <p:cNvPicPr>
            <a:picLocks noChangeAspect="1"/>
          </p:cNvPicPr>
          <p:nvPr/>
        </p:nvPicPr>
        <p:blipFill rotWithShape="1">
          <a:blip r:embed="rId7"/>
          <a:srcRect l="1000" r="13538" b="33964"/>
          <a:stretch/>
        </p:blipFill>
        <p:spPr>
          <a:xfrm>
            <a:off x="10008652" y="5282070"/>
            <a:ext cx="2250548" cy="1597284"/>
          </a:xfrm>
          <a:prstGeom prst="rect">
            <a:avLst/>
          </a:prstGeom>
          <a:ln w="12700">
            <a:miter lim="400000"/>
          </a:ln>
        </p:spPr>
      </p:pic>
      <p:pic>
        <p:nvPicPr>
          <p:cNvPr id="475" name="Image" descr="Image"/>
          <p:cNvPicPr>
            <a:picLocks noChangeAspect="1"/>
          </p:cNvPicPr>
          <p:nvPr/>
        </p:nvPicPr>
        <p:blipFill>
          <a:blip r:embed="rId8"/>
          <a:stretch>
            <a:fillRect/>
          </a:stretch>
        </p:blipFill>
        <p:spPr>
          <a:xfrm>
            <a:off x="1380497" y="2051146"/>
            <a:ext cx="4240770" cy="4117181"/>
          </a:xfrm>
          <a:prstGeom prst="rect">
            <a:avLst/>
          </a:prstGeom>
          <a:ln w="12700">
            <a:miter lim="400000"/>
          </a:ln>
        </p:spPr>
      </p:pic>
      <p:sp>
        <p:nvSpPr>
          <p:cNvPr id="4" name="Rectangle">
            <a:extLst>
              <a:ext uri="{FF2B5EF4-FFF2-40B4-BE49-F238E27FC236}">
                <a16:creationId xmlns:a16="http://schemas.microsoft.com/office/drawing/2014/main" id="{119D6634-8C52-56C8-C196-BBFF1A999BF3}"/>
              </a:ext>
            </a:extLst>
          </p:cNvPr>
          <p:cNvSpPr/>
          <p:nvPr/>
        </p:nvSpPr>
        <p:spPr>
          <a:xfrm rot="21420000">
            <a:off x="7960507" y="3797677"/>
            <a:ext cx="2705697" cy="612972"/>
          </a:xfrm>
          <a:prstGeom prst="rect">
            <a:avLst/>
          </a:prstGeom>
          <a:solidFill>
            <a:srgbClr val="FE2E45"/>
          </a:solidFill>
          <a:ln w="12700">
            <a:miter lim="400000"/>
          </a:ln>
        </p:spPr>
        <p:txBody>
          <a:bodyPr lIns="45719" rIns="45719" anchor="ctr"/>
          <a:lstStyle/>
          <a:p>
            <a:endParaRPr/>
          </a:p>
        </p:txBody>
      </p:sp>
      <p:sp>
        <p:nvSpPr>
          <p:cNvPr id="476" name="A new generation…"/>
          <p:cNvSpPr txBox="1"/>
          <p:nvPr/>
        </p:nvSpPr>
        <p:spPr>
          <a:xfrm>
            <a:off x="6093185" y="3184368"/>
            <a:ext cx="4337083" cy="1231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20" rIns="45719" bIns="45720" anchor="t">
            <a:spAutoFit/>
          </a:bodyPr>
          <a:lstStyle/>
          <a:p>
            <a:pPr algn="ctr" defTabSz="457200">
              <a:defRPr sz="3700">
                <a:solidFill>
                  <a:srgbClr val="FFFFFF"/>
                </a:solidFill>
                <a:latin typeface="Myriad Pro Semibold"/>
                <a:ea typeface="Myriad Pro Semibold"/>
                <a:cs typeface="Myriad Pro Semibold"/>
                <a:sym typeface="Myriad Pro Semibold"/>
              </a:defRPr>
            </a:pPr>
            <a:r>
              <a:rPr b="1" dirty="0">
                <a:latin typeface="Microsoft YaHei"/>
              </a:rPr>
              <a:t>A new generation</a:t>
            </a:r>
            <a:endParaRPr lang="en-US" b="1" dirty="0">
              <a:latin typeface="Microsoft YaHei"/>
            </a:endParaRPr>
          </a:p>
          <a:p>
            <a:pPr algn="ctr" defTabSz="457200">
              <a:defRPr sz="3700">
                <a:solidFill>
                  <a:srgbClr val="FFFFFF"/>
                </a:solidFill>
                <a:latin typeface="Myriad Pro Semibold"/>
                <a:ea typeface="Myriad Pro Semibold"/>
                <a:cs typeface="Myriad Pro Semibold"/>
                <a:sym typeface="Myriad Pro Semibold"/>
              </a:defRPr>
            </a:pPr>
            <a:r>
              <a:rPr b="1" dirty="0">
                <a:latin typeface="Microsoft YaHei"/>
              </a:rPr>
              <a:t>of tech specialists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Rectangle"/>
          <p:cNvSpPr/>
          <p:nvPr/>
        </p:nvSpPr>
        <p:spPr>
          <a:xfrm>
            <a:off x="-5486292" y="1322899"/>
            <a:ext cx="12203767" cy="5535101"/>
          </a:xfrm>
          <a:prstGeom prst="rect">
            <a:avLst/>
          </a:prstGeom>
          <a:solidFill>
            <a:srgbClr val="4617DE"/>
          </a:solidFill>
          <a:ln w="12700">
            <a:solidFill>
              <a:srgbClr val="4617DE"/>
            </a:solidFill>
            <a:miter lim="400000"/>
          </a:ln>
        </p:spPr>
        <p:txBody>
          <a:bodyPr lIns="45719" rIns="45719" anchor="ctr"/>
          <a:lstStyle/>
          <a:p>
            <a:endParaRPr/>
          </a:p>
        </p:txBody>
      </p:sp>
      <p:pic>
        <p:nvPicPr>
          <p:cNvPr id="469" name="Picture 7" descr="Picture 7"/>
          <p:cNvPicPr>
            <a:picLocks noChangeAspect="1"/>
          </p:cNvPicPr>
          <p:nvPr/>
        </p:nvPicPr>
        <p:blipFill>
          <a:blip r:embed="rId2"/>
          <a:stretch>
            <a:fillRect/>
          </a:stretch>
        </p:blipFill>
        <p:spPr>
          <a:xfrm>
            <a:off x="10091332" y="387946"/>
            <a:ext cx="1172345" cy="572571"/>
          </a:xfrm>
          <a:prstGeom prst="rect">
            <a:avLst/>
          </a:prstGeom>
          <a:ln w="12700">
            <a:miter lim="400000"/>
          </a:ln>
        </p:spPr>
      </p:pic>
      <p:pic>
        <p:nvPicPr>
          <p:cNvPr id="470" name="Picture 9" descr="Picture 9"/>
          <p:cNvPicPr>
            <a:picLocks noChangeAspect="1"/>
          </p:cNvPicPr>
          <p:nvPr/>
        </p:nvPicPr>
        <p:blipFill>
          <a:blip r:embed="rId3"/>
          <a:stretch>
            <a:fillRect/>
          </a:stretch>
        </p:blipFill>
        <p:spPr>
          <a:xfrm>
            <a:off x="8970126" y="295810"/>
            <a:ext cx="959441" cy="733788"/>
          </a:xfrm>
          <a:prstGeom prst="rect">
            <a:avLst/>
          </a:prstGeom>
          <a:ln w="12700">
            <a:miter lim="400000"/>
          </a:ln>
        </p:spPr>
      </p:pic>
      <p:pic>
        <p:nvPicPr>
          <p:cNvPr id="471" name="pasted-movie.png" descr="pasted-movie.png"/>
          <p:cNvPicPr>
            <a:picLocks noChangeAspect="1"/>
          </p:cNvPicPr>
          <p:nvPr/>
        </p:nvPicPr>
        <p:blipFill>
          <a:blip r:embed="rId4"/>
          <a:stretch>
            <a:fillRect/>
          </a:stretch>
        </p:blipFill>
        <p:spPr>
          <a:xfrm>
            <a:off x="11474078" y="103953"/>
            <a:ext cx="526003" cy="1065320"/>
          </a:xfrm>
          <a:prstGeom prst="rect">
            <a:avLst/>
          </a:prstGeom>
          <a:ln w="12700">
            <a:miter lim="400000"/>
          </a:ln>
        </p:spPr>
      </p:pic>
      <p:pic>
        <p:nvPicPr>
          <p:cNvPr id="472" name="pasted-movie.png" descr="pasted-movie.png"/>
          <p:cNvPicPr>
            <a:picLocks noChangeAspect="1"/>
          </p:cNvPicPr>
          <p:nvPr/>
        </p:nvPicPr>
        <p:blipFill>
          <a:blip r:embed="rId5"/>
          <a:srcRect l="13941" t="19365" r="13941" b="19365"/>
          <a:stretch>
            <a:fillRect/>
          </a:stretch>
        </p:blipFill>
        <p:spPr>
          <a:xfrm>
            <a:off x="7968564" y="251012"/>
            <a:ext cx="907559" cy="771035"/>
          </a:xfrm>
          <a:prstGeom prst="rect">
            <a:avLst/>
          </a:prstGeom>
          <a:ln w="12700">
            <a:miter lim="400000"/>
          </a:ln>
        </p:spPr>
      </p:pic>
      <p:pic>
        <p:nvPicPr>
          <p:cNvPr id="474" name="Image" descr="Image"/>
          <p:cNvPicPr>
            <a:picLocks noChangeAspect="1"/>
          </p:cNvPicPr>
          <p:nvPr/>
        </p:nvPicPr>
        <p:blipFill rotWithShape="1">
          <a:blip r:embed="rId6"/>
          <a:srcRect l="1000" r="13538" b="33964"/>
          <a:stretch/>
        </p:blipFill>
        <p:spPr>
          <a:xfrm>
            <a:off x="10008652" y="5282070"/>
            <a:ext cx="2250548" cy="1597284"/>
          </a:xfrm>
          <a:prstGeom prst="rect">
            <a:avLst/>
          </a:prstGeom>
          <a:ln w="12700">
            <a:miter lim="400000"/>
          </a:ln>
        </p:spPr>
      </p:pic>
      <p:pic>
        <p:nvPicPr>
          <p:cNvPr id="475" name="Image" descr="Image"/>
          <p:cNvPicPr>
            <a:picLocks noChangeAspect="1"/>
          </p:cNvPicPr>
          <p:nvPr/>
        </p:nvPicPr>
        <p:blipFill>
          <a:blip r:embed="rId7"/>
          <a:stretch>
            <a:fillRect/>
          </a:stretch>
        </p:blipFill>
        <p:spPr>
          <a:xfrm>
            <a:off x="1380497" y="2051146"/>
            <a:ext cx="4240770" cy="4117181"/>
          </a:xfrm>
          <a:prstGeom prst="rect">
            <a:avLst/>
          </a:prstGeom>
          <a:ln w="12700">
            <a:miter lim="400000"/>
          </a:ln>
        </p:spPr>
      </p:pic>
      <p:sp>
        <p:nvSpPr>
          <p:cNvPr id="476" name="A new generation…"/>
          <p:cNvSpPr txBox="1"/>
          <p:nvPr/>
        </p:nvSpPr>
        <p:spPr>
          <a:xfrm>
            <a:off x="6931009" y="3672363"/>
            <a:ext cx="5098509" cy="1231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20" rIns="45719" bIns="45720" anchor="t">
            <a:spAutoFit/>
          </a:bodyPr>
          <a:lstStyle/>
          <a:p>
            <a:pPr algn="ctr" defTabSz="457200">
              <a:defRPr sz="3700">
                <a:solidFill>
                  <a:srgbClr val="FFFFFF"/>
                </a:solidFill>
                <a:latin typeface="Myriad Pro Semibold"/>
                <a:ea typeface="Myriad Pro Semibold"/>
                <a:cs typeface="Myriad Pro Semibold"/>
                <a:sym typeface="Myriad Pro Semibold"/>
              </a:defRPr>
            </a:pPr>
            <a:r>
              <a:rPr lang="tr-TR" b="1">
                <a:solidFill>
                  <a:schemeClr val="bg1"/>
                </a:solidFill>
                <a:latin typeface="Microsoft YaHei"/>
              </a:rPr>
              <a:t>Energy Consumption</a:t>
            </a:r>
          </a:p>
          <a:p>
            <a:pPr algn="ctr" defTabSz="457200">
              <a:defRPr sz="3700">
                <a:solidFill>
                  <a:srgbClr val="FFFFFF"/>
                </a:solidFill>
                <a:latin typeface="Myriad Pro Semibold"/>
                <a:ea typeface="Myriad Pro Semibold"/>
                <a:cs typeface="Myriad Pro Semibold"/>
                <a:sym typeface="Myriad Pro Semibold"/>
              </a:defRPr>
            </a:pPr>
            <a:r>
              <a:rPr lang="tr-TR" b="1">
                <a:solidFill>
                  <a:schemeClr val="bg1"/>
                </a:solidFill>
                <a:latin typeface="Microsoft YaHei"/>
              </a:rPr>
              <a:t>Prediction</a:t>
            </a:r>
            <a:endParaRPr lang="tr-TR" b="1" dirty="0">
              <a:solidFill>
                <a:schemeClr val="bg1"/>
              </a:solidFill>
              <a:latin typeface="Microsoft YaHei"/>
            </a:endParaRPr>
          </a:p>
        </p:txBody>
      </p:sp>
      <p:sp>
        <p:nvSpPr>
          <p:cNvPr id="10" name="A new generation…">
            <a:extLst>
              <a:ext uri="{FF2B5EF4-FFF2-40B4-BE49-F238E27FC236}">
                <a16:creationId xmlns:a16="http://schemas.microsoft.com/office/drawing/2014/main" id="{0DCE29C6-3410-4084-894E-B0CAFB2CFB0C}"/>
              </a:ext>
            </a:extLst>
          </p:cNvPr>
          <p:cNvSpPr txBox="1"/>
          <p:nvPr/>
        </p:nvSpPr>
        <p:spPr>
          <a:xfrm>
            <a:off x="6975954" y="5480547"/>
            <a:ext cx="2892778" cy="12003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20" rIns="45719" bIns="45720" anchor="t">
            <a:spAutoFit/>
          </a:bodyPr>
          <a:lstStyle/>
          <a:p>
            <a:pPr defTabSz="457200">
              <a:defRPr sz="3700">
                <a:solidFill>
                  <a:srgbClr val="FFFFFF"/>
                </a:solidFill>
                <a:latin typeface="Myriad Pro Semibold"/>
                <a:ea typeface="Myriad Pro Semibold"/>
                <a:cs typeface="Myriad Pro Semibold"/>
                <a:sym typeface="Myriad Pro Semibold"/>
              </a:defRPr>
            </a:pPr>
            <a:r>
              <a:rPr lang="en-US" sz="2400" b="1" dirty="0">
                <a:solidFill>
                  <a:schemeClr val="bg1"/>
                </a:solidFill>
                <a:latin typeface="Microsoft YaHei"/>
              </a:rPr>
              <a:t>Team Members:</a:t>
            </a:r>
            <a:br>
              <a:rPr lang="en-US" sz="2400" b="1" dirty="0">
                <a:solidFill>
                  <a:schemeClr val="bg1"/>
                </a:solidFill>
                <a:latin typeface="Microsoft YaHei"/>
              </a:rPr>
            </a:br>
            <a:r>
              <a:rPr lang="en-US" sz="2400" b="1" dirty="0">
                <a:solidFill>
                  <a:schemeClr val="bg1"/>
                </a:solidFill>
                <a:latin typeface="Microsoft YaHei"/>
              </a:rPr>
              <a:t>Omidjan Zazai</a:t>
            </a:r>
            <a:br>
              <a:rPr lang="en-US" sz="2400" b="1" dirty="0">
                <a:solidFill>
                  <a:schemeClr val="bg1"/>
                </a:solidFill>
                <a:latin typeface="Microsoft YaHei"/>
              </a:rPr>
            </a:br>
            <a:r>
              <a:rPr lang="en-US" sz="2400" b="1" dirty="0">
                <a:solidFill>
                  <a:schemeClr val="bg1"/>
                </a:solidFill>
                <a:latin typeface="Microsoft YaHei"/>
              </a:rPr>
              <a:t>Abdul Bari Rahimi</a:t>
            </a:r>
          </a:p>
        </p:txBody>
      </p:sp>
    </p:spTree>
    <p:extLst>
      <p:ext uri="{BB962C8B-B14F-4D97-AF65-F5344CB8AC3E}">
        <p14:creationId xmlns:p14="http://schemas.microsoft.com/office/powerpoint/2010/main" val="196829351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640854" y="2951018"/>
            <a:ext cx="8007631" cy="3173252"/>
          </a:xfrm>
          <a:prstGeom prst="rect">
            <a:avLst/>
          </a:prstGeom>
        </p:spPr>
        <p:txBody>
          <a:bodyPr lIns="45719" tIns="45720" rIns="45719" bIns="45720" anchor="ctr">
            <a:normAutofit fontScale="62500" lnSpcReduction="20000"/>
          </a:bodyPr>
          <a:lstStyle/>
          <a:p>
            <a:pPr algn="l" rtl="0"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Concept note and implementation plan:</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lvl="1"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Background</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lvl="1"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Objectives</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lvl="1"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SDG Relation</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algn="l" rtl="0"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Data</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lvl="1"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Data Collection</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lvl="1"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Exploratory Data Analysis (EDA) and Feature Engineering</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algn="l" rtl="0"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Model Selection and Training</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lvl="1"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Model Evaluation and Hyperparameter Tuning</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lvl="1"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Model Refinement and Testing</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algn="l" rtl="0"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Results</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algn="l" rtl="0"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Deployment</a:t>
            </a:r>
            <a:r>
              <a:rPr lang="en-US" sz="1700" b="0" i="0" dirty="0">
                <a:solidFill>
                  <a:schemeClr val="bg1"/>
                </a:solidFill>
                <a:effectLst/>
                <a:latin typeface="Calibri" panose="020F0502020204030204" pitchFamily="34" charset="0"/>
              </a:rPr>
              <a:t>​</a:t>
            </a:r>
            <a:endParaRPr lang="en-US" sz="2300" b="0" i="0" dirty="0">
              <a:solidFill>
                <a:schemeClr val="bg1"/>
              </a:solidFill>
              <a:effectLst/>
              <a:latin typeface="Arial" panose="020B0604020202020204" pitchFamily="34" charset="0"/>
            </a:endParaRPr>
          </a:p>
          <a:p>
            <a:pPr algn="l" rtl="0" fontAlgn="base">
              <a:buFont typeface="Arial" panose="020B0604020202020204" pitchFamily="34" charset="0"/>
              <a:buChar char="•"/>
            </a:pPr>
            <a:r>
              <a:rPr lang="en-US" sz="1700" b="0" i="0" u="none" strike="noStrike" dirty="0">
                <a:solidFill>
                  <a:schemeClr val="bg1"/>
                </a:solidFill>
                <a:effectLst/>
                <a:latin typeface="Calibri" panose="020F0502020204030204" pitchFamily="34" charset="0"/>
              </a:rPr>
              <a:t>Future Work</a:t>
            </a:r>
            <a:endParaRPr lang="en-US" sz="2300" b="0" i="0" dirty="0">
              <a:solidFill>
                <a:schemeClr val="bg1"/>
              </a:solidFill>
              <a:effectLst/>
              <a:latin typeface="Arial" panose="020B0604020202020204" pitchFamily="34" charset="0"/>
            </a:endParaRP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p:txBody>
      </p:sp>
      <p:sp>
        <p:nvSpPr>
          <p:cNvPr id="492" name="Rectangle"/>
          <p:cNvSpPr/>
          <p:nvPr/>
        </p:nvSpPr>
        <p:spPr>
          <a:xfrm>
            <a:off x="640854" y="1926543"/>
            <a:ext cx="4289331" cy="619598"/>
          </a:xfrm>
          <a:prstGeom prst="rect">
            <a:avLst/>
          </a:prstGeom>
          <a:solidFill>
            <a:srgbClr val="FE2E45"/>
          </a:solidFill>
          <a:ln w="12700">
            <a:miter lim="400000"/>
          </a:ln>
        </p:spPr>
        <p:txBody>
          <a:bodyPr lIns="45719" rIns="45719" anchor="ctr"/>
          <a:lstStyle/>
          <a:p>
            <a:endParaRPr/>
          </a:p>
        </p:txBody>
      </p:sp>
      <p:sp>
        <p:nvSpPr>
          <p:cNvPr id="493" name="Title 1"/>
          <p:cNvSpPr txBox="1">
            <a:spLocks noGrp="1"/>
          </p:cNvSpPr>
          <p:nvPr>
            <p:ph type="title"/>
          </p:nvPr>
        </p:nvSpPr>
        <p:spPr>
          <a:xfrm>
            <a:off x="640854" y="1166087"/>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err="1">
                <a:solidFill>
                  <a:schemeClr val="bg1"/>
                </a:solidFill>
                <a:latin typeface="Microsoft YaHei"/>
                <a:ea typeface="Merriweather Sans Regular ExtraBold"/>
                <a:cs typeface="Merriweather Sans Regular ExtraBold"/>
              </a:rPr>
              <a:t>Outline</a:t>
            </a:r>
            <a:endParaRPr lang="tr-TR" sz="3350" b="1" dirty="0">
              <a:solidFill>
                <a:schemeClr val="bg1"/>
              </a:solidFill>
              <a:latin typeface="Microsoft YaHei"/>
              <a:ea typeface="Merriweather Sans Regular ExtraBold"/>
              <a:cs typeface="Merriweather Sans Regular ExtraBold"/>
            </a:endParaRPr>
          </a:p>
        </p:txBody>
      </p:sp>
      <p:pic>
        <p:nvPicPr>
          <p:cNvPr id="12" name="Image" descr="Image">
            <a:extLst>
              <a:ext uri="{FF2B5EF4-FFF2-40B4-BE49-F238E27FC236}">
                <a16:creationId xmlns:a16="http://schemas.microsoft.com/office/drawing/2014/main" id="{527B033D-58DE-C2AD-9182-2E91C466827D}"/>
              </a:ext>
            </a:extLst>
          </p:cNvPr>
          <p:cNvPicPr>
            <a:picLocks noChangeAspect="1"/>
          </p:cNvPicPr>
          <p:nvPr/>
        </p:nvPicPr>
        <p:blipFill>
          <a:blip r:embed="rId3"/>
          <a:stretch>
            <a:fillRect/>
          </a:stretch>
        </p:blipFill>
        <p:spPr>
          <a:xfrm>
            <a:off x="461654" y="502466"/>
            <a:ext cx="1934776" cy="153113"/>
          </a:xfrm>
          <a:prstGeom prst="rect">
            <a:avLst/>
          </a:prstGeom>
          <a:ln w="12700">
            <a:miter lim="400000"/>
          </a:ln>
        </p:spPr>
      </p:pic>
      <p:grpSp>
        <p:nvGrpSpPr>
          <p:cNvPr id="2" name="Group 1">
            <a:extLst>
              <a:ext uri="{FF2B5EF4-FFF2-40B4-BE49-F238E27FC236}">
                <a16:creationId xmlns:a16="http://schemas.microsoft.com/office/drawing/2014/main" id="{787CC85C-9605-11A6-85A7-8A7034F84D95}"/>
              </a:ext>
            </a:extLst>
          </p:cNvPr>
          <p:cNvGrpSpPr/>
          <p:nvPr/>
        </p:nvGrpSpPr>
        <p:grpSpPr>
          <a:xfrm>
            <a:off x="8396929" y="180373"/>
            <a:ext cx="3292787" cy="729780"/>
            <a:chOff x="8396929" y="180373"/>
            <a:chExt cx="3292787" cy="729780"/>
          </a:xfrm>
        </p:grpSpPr>
        <p:pic>
          <p:nvPicPr>
            <p:cNvPr id="14" name="Picture 13" descr="Picture 7">
              <a:extLst>
                <a:ext uri="{FF2B5EF4-FFF2-40B4-BE49-F238E27FC236}">
                  <a16:creationId xmlns:a16="http://schemas.microsoft.com/office/drawing/2014/main" id="{73CA5DA9-18E2-6441-B52B-1779AAE59F4E}"/>
                </a:ext>
              </a:extLst>
            </p:cNvPr>
            <p:cNvPicPr>
              <a:picLocks noChangeAspect="1"/>
            </p:cNvPicPr>
            <p:nvPr/>
          </p:nvPicPr>
          <p:blipFill>
            <a:blip r:embed="rId4"/>
            <a:stretch>
              <a:fillRect/>
            </a:stretch>
          </p:blipFill>
          <p:spPr>
            <a:xfrm>
              <a:off x="10148289" y="284959"/>
              <a:ext cx="1053632" cy="520606"/>
            </a:xfrm>
            <a:prstGeom prst="rect">
              <a:avLst/>
            </a:prstGeom>
            <a:ln w="12700" cap="flat">
              <a:noFill/>
              <a:miter lim="400000"/>
            </a:ln>
            <a:effectLst/>
          </p:spPr>
        </p:pic>
        <p:pic>
          <p:nvPicPr>
            <p:cNvPr id="15" name="Picture 14" descr="Picture 9">
              <a:extLst>
                <a:ext uri="{FF2B5EF4-FFF2-40B4-BE49-F238E27FC236}">
                  <a16:creationId xmlns:a16="http://schemas.microsoft.com/office/drawing/2014/main" id="{2432F4F4-2404-927D-ADE3-04176DA31250}"/>
                </a:ext>
              </a:extLst>
            </p:cNvPr>
            <p:cNvPicPr>
              <a:picLocks noChangeAspect="1"/>
            </p:cNvPicPr>
            <p:nvPr/>
          </p:nvPicPr>
          <p:blipFill>
            <a:blip r:embed="rId5"/>
            <a:stretch>
              <a:fillRect/>
            </a:stretch>
          </p:blipFill>
          <p:spPr>
            <a:xfrm>
              <a:off x="9200391" y="225891"/>
              <a:ext cx="823093" cy="627822"/>
            </a:xfrm>
            <a:prstGeom prst="rect">
              <a:avLst/>
            </a:prstGeom>
            <a:ln w="12700" cap="flat">
              <a:noFill/>
              <a:miter lim="400000"/>
            </a:ln>
            <a:effectLst/>
          </p:spPr>
        </p:pic>
        <p:pic>
          <p:nvPicPr>
            <p:cNvPr id="16" name="pasted-movie.png">
              <a:extLst>
                <a:ext uri="{FF2B5EF4-FFF2-40B4-BE49-F238E27FC236}">
                  <a16:creationId xmlns:a16="http://schemas.microsoft.com/office/drawing/2014/main" id="{A19410C1-D3A7-317B-D39E-DA1841D4DCF4}"/>
                </a:ext>
              </a:extLst>
            </p:cNvPr>
            <p:cNvPicPr>
              <a:picLocks noChangeAspect="1"/>
            </p:cNvPicPr>
            <p:nvPr/>
          </p:nvPicPr>
          <p:blipFill>
            <a:blip r:embed="rId6"/>
            <a:srcRect/>
            <a:stretch>
              <a:fillRect/>
            </a:stretch>
          </p:blipFill>
          <p:spPr>
            <a:xfrm>
              <a:off x="11333350" y="180373"/>
              <a:ext cx="356366" cy="729780"/>
            </a:xfrm>
            <a:prstGeom prst="rect">
              <a:avLst/>
            </a:prstGeom>
            <a:ln w="12700" cap="flat">
              <a:noFill/>
              <a:miter lim="400000"/>
            </a:ln>
            <a:effectLst/>
          </p:spPr>
        </p:pic>
        <p:pic>
          <p:nvPicPr>
            <p:cNvPr id="17" name="pasted-movie.png">
              <a:extLst>
                <a:ext uri="{FF2B5EF4-FFF2-40B4-BE49-F238E27FC236}">
                  <a16:creationId xmlns:a16="http://schemas.microsoft.com/office/drawing/2014/main" id="{729A8509-CD14-D22C-8BCC-350A11E998D7}"/>
                </a:ext>
              </a:extLst>
            </p:cNvPr>
            <p:cNvPicPr>
              <a:picLocks noChangeAspect="1"/>
            </p:cNvPicPr>
            <p:nvPr/>
          </p:nvPicPr>
          <p:blipFill>
            <a:blip r:embed="rId7"/>
            <a:srcRect l="13941" t="19365" r="13941" b="19365"/>
            <a:stretch>
              <a:fillRect/>
            </a:stretch>
          </p:blipFill>
          <p:spPr>
            <a:xfrm>
              <a:off x="8396929" y="225891"/>
              <a:ext cx="672033" cy="576141"/>
            </a:xfrm>
            <a:prstGeom prst="rect">
              <a:avLst/>
            </a:prstGeom>
            <a:ln w="12700" cap="flat">
              <a:noFill/>
              <a:miter lim="400000"/>
            </a:ln>
            <a:effectLst/>
          </p:spPr>
        </p:pic>
      </p:gr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10"/>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1">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2"/>
              <a:stretch>
                <a:fillRect/>
              </a:stretch>
            </p:blipFill>
            <p:spPr>
              <a:xfrm>
                <a:off x="879270" y="517776"/>
                <a:ext cx="450568" cy="106963"/>
              </a:xfrm>
              <a:prstGeom prst="rect">
                <a:avLst/>
              </a:prstGeom>
            </p:spPr>
          </p:pic>
        </mc:Fallback>
      </mc:AlternateContent>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640854" y="2951018"/>
            <a:ext cx="8007631" cy="3173252"/>
          </a:xfrm>
          <a:prstGeom prst="rect">
            <a:avLst/>
          </a:prstGeom>
        </p:spPr>
        <p:txBody>
          <a:bodyPr lIns="45719" tIns="45720" rIns="45719" bIns="45720" anchor="ctr">
            <a:normAutofit fontScale="92500" lnSpcReduction="10000"/>
          </a:bodyPr>
          <a:lstStyle/>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Brief project overview​</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The purpose of this project was to predict energy consumption using the data of Finland's transmission system.</a:t>
            </a: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Provide brief background​</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exploring machine learning techniques and developing a data-driven model for forecasting energy.</a:t>
            </a: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Importance of the problem being solved</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The result shows that electricity consumption can be predicted using machine learning algorithms so we can use the results to deploy renewable energy, plan for high/low load days, and reduce wastage from polluting on reserve standby generation.</a:t>
            </a:r>
          </a:p>
        </p:txBody>
      </p:sp>
      <p:sp>
        <p:nvSpPr>
          <p:cNvPr id="492" name="Rectangle"/>
          <p:cNvSpPr/>
          <p:nvPr/>
        </p:nvSpPr>
        <p:spPr>
          <a:xfrm>
            <a:off x="698305" y="2253235"/>
            <a:ext cx="4289331" cy="619598"/>
          </a:xfrm>
          <a:prstGeom prst="rect">
            <a:avLst/>
          </a:prstGeom>
          <a:solidFill>
            <a:srgbClr val="FE2E45"/>
          </a:solidFill>
          <a:ln w="12700">
            <a:miter lim="400000"/>
          </a:ln>
        </p:spPr>
        <p:txBody>
          <a:bodyPr lIns="45719" rIns="45719" anchor="ctr"/>
          <a:lstStyle/>
          <a:p>
            <a:endParaRPr/>
          </a:p>
        </p:txBody>
      </p:sp>
      <p:sp>
        <p:nvSpPr>
          <p:cNvPr id="493" name="Title 1"/>
          <p:cNvSpPr txBox="1">
            <a:spLocks noGrp="1"/>
          </p:cNvSpPr>
          <p:nvPr>
            <p:ph type="title"/>
          </p:nvPr>
        </p:nvSpPr>
        <p:spPr>
          <a:xfrm>
            <a:off x="640854" y="1629976"/>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Background</a:t>
            </a:r>
          </a:p>
        </p:txBody>
      </p:sp>
      <p:pic>
        <p:nvPicPr>
          <p:cNvPr id="12" name="Image" descr="Image">
            <a:extLst>
              <a:ext uri="{FF2B5EF4-FFF2-40B4-BE49-F238E27FC236}">
                <a16:creationId xmlns:a16="http://schemas.microsoft.com/office/drawing/2014/main" id="{527B033D-58DE-C2AD-9182-2E91C466827D}"/>
              </a:ext>
            </a:extLst>
          </p:cNvPr>
          <p:cNvPicPr>
            <a:picLocks noChangeAspect="1"/>
          </p:cNvPicPr>
          <p:nvPr/>
        </p:nvPicPr>
        <p:blipFill>
          <a:blip r:embed="rId3"/>
          <a:stretch>
            <a:fillRect/>
          </a:stretch>
        </p:blipFill>
        <p:spPr>
          <a:xfrm>
            <a:off x="461654" y="502466"/>
            <a:ext cx="1934776" cy="153113"/>
          </a:xfrm>
          <a:prstGeom prst="rect">
            <a:avLst/>
          </a:prstGeom>
          <a:ln w="12700">
            <a:miter lim="400000"/>
          </a:ln>
        </p:spPr>
      </p:pic>
      <p:grpSp>
        <p:nvGrpSpPr>
          <p:cNvPr id="2" name="Group 1">
            <a:extLst>
              <a:ext uri="{FF2B5EF4-FFF2-40B4-BE49-F238E27FC236}">
                <a16:creationId xmlns:a16="http://schemas.microsoft.com/office/drawing/2014/main" id="{787CC85C-9605-11A6-85A7-8A7034F84D95}"/>
              </a:ext>
            </a:extLst>
          </p:cNvPr>
          <p:cNvGrpSpPr/>
          <p:nvPr/>
        </p:nvGrpSpPr>
        <p:grpSpPr>
          <a:xfrm>
            <a:off x="8396929" y="180373"/>
            <a:ext cx="3292787" cy="729780"/>
            <a:chOff x="8396929" y="180373"/>
            <a:chExt cx="3292787" cy="729780"/>
          </a:xfrm>
        </p:grpSpPr>
        <p:pic>
          <p:nvPicPr>
            <p:cNvPr id="14" name="Picture 13" descr="Picture 7">
              <a:extLst>
                <a:ext uri="{FF2B5EF4-FFF2-40B4-BE49-F238E27FC236}">
                  <a16:creationId xmlns:a16="http://schemas.microsoft.com/office/drawing/2014/main" id="{73CA5DA9-18E2-6441-B52B-1779AAE59F4E}"/>
                </a:ext>
              </a:extLst>
            </p:cNvPr>
            <p:cNvPicPr>
              <a:picLocks noChangeAspect="1"/>
            </p:cNvPicPr>
            <p:nvPr/>
          </p:nvPicPr>
          <p:blipFill>
            <a:blip r:embed="rId4"/>
            <a:stretch>
              <a:fillRect/>
            </a:stretch>
          </p:blipFill>
          <p:spPr>
            <a:xfrm>
              <a:off x="10148289" y="284959"/>
              <a:ext cx="1053632" cy="520606"/>
            </a:xfrm>
            <a:prstGeom prst="rect">
              <a:avLst/>
            </a:prstGeom>
            <a:ln w="12700" cap="flat">
              <a:noFill/>
              <a:miter lim="400000"/>
            </a:ln>
            <a:effectLst/>
          </p:spPr>
        </p:pic>
        <p:pic>
          <p:nvPicPr>
            <p:cNvPr id="15" name="Picture 14" descr="Picture 9">
              <a:extLst>
                <a:ext uri="{FF2B5EF4-FFF2-40B4-BE49-F238E27FC236}">
                  <a16:creationId xmlns:a16="http://schemas.microsoft.com/office/drawing/2014/main" id="{2432F4F4-2404-927D-ADE3-04176DA31250}"/>
                </a:ext>
              </a:extLst>
            </p:cNvPr>
            <p:cNvPicPr>
              <a:picLocks noChangeAspect="1"/>
            </p:cNvPicPr>
            <p:nvPr/>
          </p:nvPicPr>
          <p:blipFill>
            <a:blip r:embed="rId5"/>
            <a:stretch>
              <a:fillRect/>
            </a:stretch>
          </p:blipFill>
          <p:spPr>
            <a:xfrm>
              <a:off x="9200391" y="225891"/>
              <a:ext cx="823093" cy="627822"/>
            </a:xfrm>
            <a:prstGeom prst="rect">
              <a:avLst/>
            </a:prstGeom>
            <a:ln w="12700" cap="flat">
              <a:noFill/>
              <a:miter lim="400000"/>
            </a:ln>
            <a:effectLst/>
          </p:spPr>
        </p:pic>
        <p:pic>
          <p:nvPicPr>
            <p:cNvPr id="16" name="pasted-movie.png">
              <a:extLst>
                <a:ext uri="{FF2B5EF4-FFF2-40B4-BE49-F238E27FC236}">
                  <a16:creationId xmlns:a16="http://schemas.microsoft.com/office/drawing/2014/main" id="{A19410C1-D3A7-317B-D39E-DA1841D4DCF4}"/>
                </a:ext>
              </a:extLst>
            </p:cNvPr>
            <p:cNvPicPr>
              <a:picLocks noChangeAspect="1"/>
            </p:cNvPicPr>
            <p:nvPr/>
          </p:nvPicPr>
          <p:blipFill>
            <a:blip r:embed="rId6"/>
            <a:srcRect/>
            <a:stretch>
              <a:fillRect/>
            </a:stretch>
          </p:blipFill>
          <p:spPr>
            <a:xfrm>
              <a:off x="11333350" y="180373"/>
              <a:ext cx="356366" cy="729780"/>
            </a:xfrm>
            <a:prstGeom prst="rect">
              <a:avLst/>
            </a:prstGeom>
            <a:ln w="12700" cap="flat">
              <a:noFill/>
              <a:miter lim="400000"/>
            </a:ln>
            <a:effectLst/>
          </p:spPr>
        </p:pic>
        <p:pic>
          <p:nvPicPr>
            <p:cNvPr id="17" name="pasted-movie.png">
              <a:extLst>
                <a:ext uri="{FF2B5EF4-FFF2-40B4-BE49-F238E27FC236}">
                  <a16:creationId xmlns:a16="http://schemas.microsoft.com/office/drawing/2014/main" id="{729A8509-CD14-D22C-8BCC-350A11E998D7}"/>
                </a:ext>
              </a:extLst>
            </p:cNvPr>
            <p:cNvPicPr>
              <a:picLocks noChangeAspect="1"/>
            </p:cNvPicPr>
            <p:nvPr/>
          </p:nvPicPr>
          <p:blipFill>
            <a:blip r:embed="rId7"/>
            <a:srcRect l="13941" t="19365" r="13941" b="19365"/>
            <a:stretch>
              <a:fillRect/>
            </a:stretch>
          </p:blipFill>
          <p:spPr>
            <a:xfrm>
              <a:off x="8396929" y="225891"/>
              <a:ext cx="672033" cy="576141"/>
            </a:xfrm>
            <a:prstGeom prst="rect">
              <a:avLst/>
            </a:prstGeom>
            <a:ln w="12700" cap="flat">
              <a:noFill/>
              <a:miter lim="400000"/>
            </a:ln>
            <a:effectLst/>
          </p:spPr>
        </p:pic>
      </p:gr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spTree>
    <p:extLst>
      <p:ext uri="{BB962C8B-B14F-4D97-AF65-F5344CB8AC3E}">
        <p14:creationId xmlns:p14="http://schemas.microsoft.com/office/powerpoint/2010/main" val="290321123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640854" y="2951018"/>
            <a:ext cx="8007631" cy="3173252"/>
          </a:xfrm>
          <a:prstGeom prst="rect">
            <a:avLst/>
          </a:prstGeom>
        </p:spPr>
        <p:txBody>
          <a:bodyPr lIns="45719" tIns="45720" rIns="45719" bIns="45720" anchor="ctr">
            <a:normAutofit/>
          </a:bodyPr>
          <a:lstStyle/>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Clearly state the project objectives​</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The objective of this project was to test if a machine learning model can yield good enough results in a complex forecasting problem, exploring machine learning techniques and developing a data-driven model for forecasting energy.</a:t>
            </a: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Outline what the machine learning model aims to achieve</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The result shows that electricity consumption can be predicted using machine learning algorithms so we can use the results to deploy renewable energy, plan for high/low load days, and reduce wastage from polluting on reserve standby generation.</a:t>
            </a:r>
          </a:p>
        </p:txBody>
      </p:sp>
      <p:sp>
        <p:nvSpPr>
          <p:cNvPr id="492" name="Rectangle"/>
          <p:cNvSpPr/>
          <p:nvPr/>
        </p:nvSpPr>
        <p:spPr>
          <a:xfrm>
            <a:off x="698305" y="2253235"/>
            <a:ext cx="4289331" cy="619598"/>
          </a:xfrm>
          <a:prstGeom prst="rect">
            <a:avLst/>
          </a:prstGeom>
          <a:solidFill>
            <a:srgbClr val="FE2E45"/>
          </a:solidFill>
          <a:ln w="12700">
            <a:miter lim="400000"/>
          </a:ln>
        </p:spPr>
        <p:txBody>
          <a:bodyPr lIns="45719" rIns="45719" anchor="ctr"/>
          <a:lstStyle/>
          <a:p>
            <a:endParaRPr/>
          </a:p>
        </p:txBody>
      </p:sp>
      <p:sp>
        <p:nvSpPr>
          <p:cNvPr id="493" name="Title 1"/>
          <p:cNvSpPr txBox="1">
            <a:spLocks noGrp="1"/>
          </p:cNvSpPr>
          <p:nvPr>
            <p:ph type="title"/>
          </p:nvPr>
        </p:nvSpPr>
        <p:spPr>
          <a:xfrm>
            <a:off x="640854" y="1629976"/>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err="1">
                <a:solidFill>
                  <a:schemeClr val="bg1"/>
                </a:solidFill>
                <a:latin typeface="Microsoft YaHei"/>
                <a:ea typeface="Merriweather Sans Regular ExtraBold"/>
                <a:cs typeface="Merriweather Sans Regular ExtraBold"/>
              </a:rPr>
              <a:t>Objectives</a:t>
            </a:r>
            <a:endParaRPr lang="tr-TR" sz="3350" b="1" dirty="0">
              <a:solidFill>
                <a:schemeClr val="bg1"/>
              </a:solidFill>
              <a:latin typeface="Microsoft YaHei"/>
              <a:ea typeface="Merriweather Sans Regular ExtraBold"/>
              <a:cs typeface="Merriweather Sans Regular ExtraBold"/>
            </a:endParaRPr>
          </a:p>
        </p:txBody>
      </p:sp>
      <p:pic>
        <p:nvPicPr>
          <p:cNvPr id="12" name="Image" descr="Image">
            <a:extLst>
              <a:ext uri="{FF2B5EF4-FFF2-40B4-BE49-F238E27FC236}">
                <a16:creationId xmlns:a16="http://schemas.microsoft.com/office/drawing/2014/main" id="{527B033D-58DE-C2AD-9182-2E91C466827D}"/>
              </a:ext>
            </a:extLst>
          </p:cNvPr>
          <p:cNvPicPr>
            <a:picLocks noChangeAspect="1"/>
          </p:cNvPicPr>
          <p:nvPr/>
        </p:nvPicPr>
        <p:blipFill>
          <a:blip r:embed="rId3"/>
          <a:stretch>
            <a:fillRect/>
          </a:stretch>
        </p:blipFill>
        <p:spPr>
          <a:xfrm>
            <a:off x="461654" y="502466"/>
            <a:ext cx="1934776" cy="153113"/>
          </a:xfrm>
          <a:prstGeom prst="rect">
            <a:avLst/>
          </a:prstGeom>
          <a:ln w="12700">
            <a:miter lim="400000"/>
          </a:ln>
        </p:spPr>
      </p:pic>
      <p:grpSp>
        <p:nvGrpSpPr>
          <p:cNvPr id="2" name="Group 1">
            <a:extLst>
              <a:ext uri="{FF2B5EF4-FFF2-40B4-BE49-F238E27FC236}">
                <a16:creationId xmlns:a16="http://schemas.microsoft.com/office/drawing/2014/main" id="{787CC85C-9605-11A6-85A7-8A7034F84D95}"/>
              </a:ext>
            </a:extLst>
          </p:cNvPr>
          <p:cNvGrpSpPr/>
          <p:nvPr/>
        </p:nvGrpSpPr>
        <p:grpSpPr>
          <a:xfrm>
            <a:off x="8396929" y="180373"/>
            <a:ext cx="3292787" cy="729780"/>
            <a:chOff x="8396929" y="180373"/>
            <a:chExt cx="3292787" cy="729780"/>
          </a:xfrm>
        </p:grpSpPr>
        <p:pic>
          <p:nvPicPr>
            <p:cNvPr id="14" name="Picture 13" descr="Picture 7">
              <a:extLst>
                <a:ext uri="{FF2B5EF4-FFF2-40B4-BE49-F238E27FC236}">
                  <a16:creationId xmlns:a16="http://schemas.microsoft.com/office/drawing/2014/main" id="{73CA5DA9-18E2-6441-B52B-1779AAE59F4E}"/>
                </a:ext>
              </a:extLst>
            </p:cNvPr>
            <p:cNvPicPr>
              <a:picLocks noChangeAspect="1"/>
            </p:cNvPicPr>
            <p:nvPr/>
          </p:nvPicPr>
          <p:blipFill>
            <a:blip r:embed="rId4"/>
            <a:stretch>
              <a:fillRect/>
            </a:stretch>
          </p:blipFill>
          <p:spPr>
            <a:xfrm>
              <a:off x="10148289" y="284959"/>
              <a:ext cx="1053632" cy="520606"/>
            </a:xfrm>
            <a:prstGeom prst="rect">
              <a:avLst/>
            </a:prstGeom>
            <a:ln w="12700" cap="flat">
              <a:noFill/>
              <a:miter lim="400000"/>
            </a:ln>
            <a:effectLst/>
          </p:spPr>
        </p:pic>
        <p:pic>
          <p:nvPicPr>
            <p:cNvPr id="15" name="Picture 14" descr="Picture 9">
              <a:extLst>
                <a:ext uri="{FF2B5EF4-FFF2-40B4-BE49-F238E27FC236}">
                  <a16:creationId xmlns:a16="http://schemas.microsoft.com/office/drawing/2014/main" id="{2432F4F4-2404-927D-ADE3-04176DA31250}"/>
                </a:ext>
              </a:extLst>
            </p:cNvPr>
            <p:cNvPicPr>
              <a:picLocks noChangeAspect="1"/>
            </p:cNvPicPr>
            <p:nvPr/>
          </p:nvPicPr>
          <p:blipFill>
            <a:blip r:embed="rId5"/>
            <a:stretch>
              <a:fillRect/>
            </a:stretch>
          </p:blipFill>
          <p:spPr>
            <a:xfrm>
              <a:off x="9200391" y="225891"/>
              <a:ext cx="823093" cy="627822"/>
            </a:xfrm>
            <a:prstGeom prst="rect">
              <a:avLst/>
            </a:prstGeom>
            <a:ln w="12700" cap="flat">
              <a:noFill/>
              <a:miter lim="400000"/>
            </a:ln>
            <a:effectLst/>
          </p:spPr>
        </p:pic>
        <p:pic>
          <p:nvPicPr>
            <p:cNvPr id="16" name="pasted-movie.png">
              <a:extLst>
                <a:ext uri="{FF2B5EF4-FFF2-40B4-BE49-F238E27FC236}">
                  <a16:creationId xmlns:a16="http://schemas.microsoft.com/office/drawing/2014/main" id="{A19410C1-D3A7-317B-D39E-DA1841D4DCF4}"/>
                </a:ext>
              </a:extLst>
            </p:cNvPr>
            <p:cNvPicPr>
              <a:picLocks noChangeAspect="1"/>
            </p:cNvPicPr>
            <p:nvPr/>
          </p:nvPicPr>
          <p:blipFill>
            <a:blip r:embed="rId6"/>
            <a:srcRect/>
            <a:stretch>
              <a:fillRect/>
            </a:stretch>
          </p:blipFill>
          <p:spPr>
            <a:xfrm>
              <a:off x="11333350" y="180373"/>
              <a:ext cx="356366" cy="729780"/>
            </a:xfrm>
            <a:prstGeom prst="rect">
              <a:avLst/>
            </a:prstGeom>
            <a:ln w="12700" cap="flat">
              <a:noFill/>
              <a:miter lim="400000"/>
            </a:ln>
            <a:effectLst/>
          </p:spPr>
        </p:pic>
        <p:pic>
          <p:nvPicPr>
            <p:cNvPr id="17" name="pasted-movie.png">
              <a:extLst>
                <a:ext uri="{FF2B5EF4-FFF2-40B4-BE49-F238E27FC236}">
                  <a16:creationId xmlns:a16="http://schemas.microsoft.com/office/drawing/2014/main" id="{729A8509-CD14-D22C-8BCC-350A11E998D7}"/>
                </a:ext>
              </a:extLst>
            </p:cNvPr>
            <p:cNvPicPr>
              <a:picLocks noChangeAspect="1"/>
            </p:cNvPicPr>
            <p:nvPr/>
          </p:nvPicPr>
          <p:blipFill>
            <a:blip r:embed="rId7"/>
            <a:srcRect l="13941" t="19365" r="13941" b="19365"/>
            <a:stretch>
              <a:fillRect/>
            </a:stretch>
          </p:blipFill>
          <p:spPr>
            <a:xfrm>
              <a:off x="8396929" y="225891"/>
              <a:ext cx="672033" cy="576141"/>
            </a:xfrm>
            <a:prstGeom prst="rect">
              <a:avLst/>
            </a:prstGeom>
            <a:ln w="12700" cap="flat">
              <a:noFill/>
              <a:miter lim="400000"/>
            </a:ln>
            <a:effectLst/>
          </p:spPr>
        </p:pic>
      </p:gr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spTree>
    <p:extLst>
      <p:ext uri="{BB962C8B-B14F-4D97-AF65-F5344CB8AC3E}">
        <p14:creationId xmlns:p14="http://schemas.microsoft.com/office/powerpoint/2010/main" val="43473247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640854" y="2951018"/>
            <a:ext cx="8007631" cy="3173252"/>
          </a:xfrm>
          <a:prstGeom prst="rect">
            <a:avLst/>
          </a:prstGeom>
        </p:spPr>
        <p:txBody>
          <a:bodyPr lIns="45719" tIns="45720" rIns="45719" bIns="45720" anchor="ctr">
            <a:normAutofit/>
          </a:bodyPr>
          <a:lstStyle/>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Provide how your project is related with SDGs</a:t>
            </a: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This project aligns with several Sustainable Development Goals (SDGs), particularly SDG 7 (Affordable and Clean Energy), SDG 9 (Industry, Innovation, and Infrastructure), SDG 11 (Sustainable Cities and Communities), and SDG 13 (Climate Action). By using machine learning (LSTM) to predict energy consumption, the research contributes to more efficient energy management, reducing waste and optimizing renewable energy integration. Accurate forecasting helps in planning for high and low energy demand, preventing unnecessary standby generation from fossil fuels, thereby lowering carbon emissions. Additionally, it supports the development of smart energy grids, promoting innovation in infrastructure and sustainable urban energy planning. Ultimately, this project aids in the transition towards a more sustainable and environmentally friendly energy system.</a:t>
            </a:r>
            <a:endParaRPr sz="1600" dirty="0">
              <a:latin typeface="Microsoft YaHei Light"/>
            </a:endParaRPr>
          </a:p>
        </p:txBody>
      </p:sp>
      <p:sp>
        <p:nvSpPr>
          <p:cNvPr id="492" name="Rectangle"/>
          <p:cNvSpPr/>
          <p:nvPr/>
        </p:nvSpPr>
        <p:spPr>
          <a:xfrm>
            <a:off x="698305" y="2253235"/>
            <a:ext cx="4289331" cy="619598"/>
          </a:xfrm>
          <a:prstGeom prst="rect">
            <a:avLst/>
          </a:prstGeom>
          <a:solidFill>
            <a:srgbClr val="FE2E45"/>
          </a:solidFill>
          <a:ln w="12700">
            <a:miter lim="400000"/>
          </a:ln>
        </p:spPr>
        <p:txBody>
          <a:bodyPr lIns="45719" rIns="45719" anchor="ctr"/>
          <a:lstStyle/>
          <a:p>
            <a:endParaRPr/>
          </a:p>
        </p:txBody>
      </p:sp>
      <p:sp>
        <p:nvSpPr>
          <p:cNvPr id="493" name="Title 1"/>
          <p:cNvSpPr txBox="1">
            <a:spLocks noGrp="1"/>
          </p:cNvSpPr>
          <p:nvPr>
            <p:ph type="title"/>
          </p:nvPr>
        </p:nvSpPr>
        <p:spPr>
          <a:xfrm>
            <a:off x="640854" y="1629976"/>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SDG </a:t>
            </a:r>
            <a:r>
              <a:rPr lang="tr-TR" sz="3350" b="1" dirty="0" err="1">
                <a:solidFill>
                  <a:schemeClr val="bg1"/>
                </a:solidFill>
                <a:latin typeface="Microsoft YaHei"/>
                <a:ea typeface="Merriweather Sans Regular ExtraBold"/>
                <a:cs typeface="Merriweather Sans Regular ExtraBold"/>
              </a:rPr>
              <a:t>Relation</a:t>
            </a:r>
            <a:endParaRPr lang="tr-TR" sz="3350" b="1" dirty="0">
              <a:solidFill>
                <a:schemeClr val="bg1"/>
              </a:solidFill>
              <a:latin typeface="Microsoft YaHei"/>
              <a:ea typeface="Merriweather Sans Regular ExtraBold"/>
              <a:cs typeface="Merriweather Sans Regular ExtraBold"/>
            </a:endParaRPr>
          </a:p>
        </p:txBody>
      </p:sp>
      <p:pic>
        <p:nvPicPr>
          <p:cNvPr id="12" name="Image" descr="Image">
            <a:extLst>
              <a:ext uri="{FF2B5EF4-FFF2-40B4-BE49-F238E27FC236}">
                <a16:creationId xmlns:a16="http://schemas.microsoft.com/office/drawing/2014/main" id="{527B033D-58DE-C2AD-9182-2E91C466827D}"/>
              </a:ext>
            </a:extLst>
          </p:cNvPr>
          <p:cNvPicPr>
            <a:picLocks noChangeAspect="1"/>
          </p:cNvPicPr>
          <p:nvPr/>
        </p:nvPicPr>
        <p:blipFill>
          <a:blip r:embed="rId3"/>
          <a:stretch>
            <a:fillRect/>
          </a:stretch>
        </p:blipFill>
        <p:spPr>
          <a:xfrm>
            <a:off x="461654" y="502466"/>
            <a:ext cx="1934776" cy="153113"/>
          </a:xfrm>
          <a:prstGeom prst="rect">
            <a:avLst/>
          </a:prstGeom>
          <a:ln w="12700">
            <a:miter lim="400000"/>
          </a:ln>
        </p:spPr>
      </p:pic>
      <p:grpSp>
        <p:nvGrpSpPr>
          <p:cNvPr id="2" name="Group 1">
            <a:extLst>
              <a:ext uri="{FF2B5EF4-FFF2-40B4-BE49-F238E27FC236}">
                <a16:creationId xmlns:a16="http://schemas.microsoft.com/office/drawing/2014/main" id="{787CC85C-9605-11A6-85A7-8A7034F84D95}"/>
              </a:ext>
            </a:extLst>
          </p:cNvPr>
          <p:cNvGrpSpPr/>
          <p:nvPr/>
        </p:nvGrpSpPr>
        <p:grpSpPr>
          <a:xfrm>
            <a:off x="8396929" y="180373"/>
            <a:ext cx="3292787" cy="729780"/>
            <a:chOff x="8396929" y="180373"/>
            <a:chExt cx="3292787" cy="729780"/>
          </a:xfrm>
        </p:grpSpPr>
        <p:pic>
          <p:nvPicPr>
            <p:cNvPr id="14" name="Picture 13" descr="Picture 7">
              <a:extLst>
                <a:ext uri="{FF2B5EF4-FFF2-40B4-BE49-F238E27FC236}">
                  <a16:creationId xmlns:a16="http://schemas.microsoft.com/office/drawing/2014/main" id="{73CA5DA9-18E2-6441-B52B-1779AAE59F4E}"/>
                </a:ext>
              </a:extLst>
            </p:cNvPr>
            <p:cNvPicPr>
              <a:picLocks noChangeAspect="1"/>
            </p:cNvPicPr>
            <p:nvPr/>
          </p:nvPicPr>
          <p:blipFill>
            <a:blip r:embed="rId4"/>
            <a:stretch>
              <a:fillRect/>
            </a:stretch>
          </p:blipFill>
          <p:spPr>
            <a:xfrm>
              <a:off x="10148289" y="284959"/>
              <a:ext cx="1053632" cy="520606"/>
            </a:xfrm>
            <a:prstGeom prst="rect">
              <a:avLst/>
            </a:prstGeom>
            <a:ln w="12700" cap="flat">
              <a:noFill/>
              <a:miter lim="400000"/>
            </a:ln>
            <a:effectLst/>
          </p:spPr>
        </p:pic>
        <p:pic>
          <p:nvPicPr>
            <p:cNvPr id="15" name="Picture 14" descr="Picture 9">
              <a:extLst>
                <a:ext uri="{FF2B5EF4-FFF2-40B4-BE49-F238E27FC236}">
                  <a16:creationId xmlns:a16="http://schemas.microsoft.com/office/drawing/2014/main" id="{2432F4F4-2404-927D-ADE3-04176DA31250}"/>
                </a:ext>
              </a:extLst>
            </p:cNvPr>
            <p:cNvPicPr>
              <a:picLocks noChangeAspect="1"/>
            </p:cNvPicPr>
            <p:nvPr/>
          </p:nvPicPr>
          <p:blipFill>
            <a:blip r:embed="rId5"/>
            <a:stretch>
              <a:fillRect/>
            </a:stretch>
          </p:blipFill>
          <p:spPr>
            <a:xfrm>
              <a:off x="9200391" y="225891"/>
              <a:ext cx="823093" cy="627822"/>
            </a:xfrm>
            <a:prstGeom prst="rect">
              <a:avLst/>
            </a:prstGeom>
            <a:ln w="12700" cap="flat">
              <a:noFill/>
              <a:miter lim="400000"/>
            </a:ln>
            <a:effectLst/>
          </p:spPr>
        </p:pic>
        <p:pic>
          <p:nvPicPr>
            <p:cNvPr id="16" name="pasted-movie.png">
              <a:extLst>
                <a:ext uri="{FF2B5EF4-FFF2-40B4-BE49-F238E27FC236}">
                  <a16:creationId xmlns:a16="http://schemas.microsoft.com/office/drawing/2014/main" id="{A19410C1-D3A7-317B-D39E-DA1841D4DCF4}"/>
                </a:ext>
              </a:extLst>
            </p:cNvPr>
            <p:cNvPicPr>
              <a:picLocks noChangeAspect="1"/>
            </p:cNvPicPr>
            <p:nvPr/>
          </p:nvPicPr>
          <p:blipFill>
            <a:blip r:embed="rId6"/>
            <a:srcRect/>
            <a:stretch>
              <a:fillRect/>
            </a:stretch>
          </p:blipFill>
          <p:spPr>
            <a:xfrm>
              <a:off x="11333350" y="180373"/>
              <a:ext cx="356366" cy="729780"/>
            </a:xfrm>
            <a:prstGeom prst="rect">
              <a:avLst/>
            </a:prstGeom>
            <a:ln w="12700" cap="flat">
              <a:noFill/>
              <a:miter lim="400000"/>
            </a:ln>
            <a:effectLst/>
          </p:spPr>
        </p:pic>
        <p:pic>
          <p:nvPicPr>
            <p:cNvPr id="17" name="pasted-movie.png">
              <a:extLst>
                <a:ext uri="{FF2B5EF4-FFF2-40B4-BE49-F238E27FC236}">
                  <a16:creationId xmlns:a16="http://schemas.microsoft.com/office/drawing/2014/main" id="{729A8509-CD14-D22C-8BCC-350A11E998D7}"/>
                </a:ext>
              </a:extLst>
            </p:cNvPr>
            <p:cNvPicPr>
              <a:picLocks noChangeAspect="1"/>
            </p:cNvPicPr>
            <p:nvPr/>
          </p:nvPicPr>
          <p:blipFill>
            <a:blip r:embed="rId7"/>
            <a:srcRect l="13941" t="19365" r="13941" b="19365"/>
            <a:stretch>
              <a:fillRect/>
            </a:stretch>
          </p:blipFill>
          <p:spPr>
            <a:xfrm>
              <a:off x="8396929" y="225891"/>
              <a:ext cx="672033" cy="576141"/>
            </a:xfrm>
            <a:prstGeom prst="rect">
              <a:avLst/>
            </a:prstGeom>
            <a:ln w="12700" cap="flat">
              <a:noFill/>
              <a:miter lim="400000"/>
            </a:ln>
            <a:effectLst/>
          </p:spPr>
        </p:pic>
      </p:gr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spTree>
    <p:extLst>
      <p:ext uri="{BB962C8B-B14F-4D97-AF65-F5344CB8AC3E}">
        <p14:creationId xmlns:p14="http://schemas.microsoft.com/office/powerpoint/2010/main" val="172937931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Rectangle"/>
          <p:cNvSpPr/>
          <p:nvPr/>
        </p:nvSpPr>
        <p:spPr>
          <a:xfrm>
            <a:off x="-5486292" y="1322899"/>
            <a:ext cx="12203767" cy="5535101"/>
          </a:xfrm>
          <a:prstGeom prst="rect">
            <a:avLst/>
          </a:prstGeom>
          <a:solidFill>
            <a:srgbClr val="4617DE"/>
          </a:solidFill>
          <a:ln w="12700">
            <a:solidFill>
              <a:srgbClr val="4617DE"/>
            </a:solidFill>
            <a:miter lim="400000"/>
          </a:ln>
        </p:spPr>
        <p:txBody>
          <a:bodyPr lIns="45719" rIns="45719" anchor="ctr"/>
          <a:lstStyle/>
          <a:p>
            <a:endParaRPr/>
          </a:p>
        </p:txBody>
      </p:sp>
      <p:pic>
        <p:nvPicPr>
          <p:cNvPr id="469" name="Picture 7" descr="Picture 7"/>
          <p:cNvPicPr>
            <a:picLocks noChangeAspect="1"/>
          </p:cNvPicPr>
          <p:nvPr/>
        </p:nvPicPr>
        <p:blipFill>
          <a:blip r:embed="rId2"/>
          <a:stretch>
            <a:fillRect/>
          </a:stretch>
        </p:blipFill>
        <p:spPr>
          <a:xfrm>
            <a:off x="10091332" y="387946"/>
            <a:ext cx="1172345" cy="572571"/>
          </a:xfrm>
          <a:prstGeom prst="rect">
            <a:avLst/>
          </a:prstGeom>
          <a:ln w="12700">
            <a:miter lim="400000"/>
          </a:ln>
        </p:spPr>
      </p:pic>
      <p:pic>
        <p:nvPicPr>
          <p:cNvPr id="470" name="Picture 9" descr="Picture 9"/>
          <p:cNvPicPr>
            <a:picLocks noChangeAspect="1"/>
          </p:cNvPicPr>
          <p:nvPr/>
        </p:nvPicPr>
        <p:blipFill>
          <a:blip r:embed="rId3"/>
          <a:stretch>
            <a:fillRect/>
          </a:stretch>
        </p:blipFill>
        <p:spPr>
          <a:xfrm>
            <a:off x="8970126" y="295810"/>
            <a:ext cx="959441" cy="733788"/>
          </a:xfrm>
          <a:prstGeom prst="rect">
            <a:avLst/>
          </a:prstGeom>
          <a:ln w="12700">
            <a:miter lim="400000"/>
          </a:ln>
        </p:spPr>
      </p:pic>
      <p:pic>
        <p:nvPicPr>
          <p:cNvPr id="471" name="pasted-movie.png" descr="pasted-movie.png"/>
          <p:cNvPicPr>
            <a:picLocks noChangeAspect="1"/>
          </p:cNvPicPr>
          <p:nvPr/>
        </p:nvPicPr>
        <p:blipFill>
          <a:blip r:embed="rId4"/>
          <a:stretch>
            <a:fillRect/>
          </a:stretch>
        </p:blipFill>
        <p:spPr>
          <a:xfrm>
            <a:off x="11474078" y="103953"/>
            <a:ext cx="526003" cy="1065320"/>
          </a:xfrm>
          <a:prstGeom prst="rect">
            <a:avLst/>
          </a:prstGeom>
          <a:ln w="12700">
            <a:miter lim="400000"/>
          </a:ln>
        </p:spPr>
      </p:pic>
      <p:pic>
        <p:nvPicPr>
          <p:cNvPr id="472" name="pasted-movie.png" descr="pasted-movie.png"/>
          <p:cNvPicPr>
            <a:picLocks noChangeAspect="1"/>
          </p:cNvPicPr>
          <p:nvPr/>
        </p:nvPicPr>
        <p:blipFill>
          <a:blip r:embed="rId5"/>
          <a:srcRect l="13941" t="19365" r="13941" b="19365"/>
          <a:stretch>
            <a:fillRect/>
          </a:stretch>
        </p:blipFill>
        <p:spPr>
          <a:xfrm>
            <a:off x="7968564" y="251012"/>
            <a:ext cx="907559" cy="771035"/>
          </a:xfrm>
          <a:prstGeom prst="rect">
            <a:avLst/>
          </a:prstGeom>
          <a:ln w="12700">
            <a:miter lim="400000"/>
          </a:ln>
        </p:spPr>
      </p:pic>
      <p:pic>
        <p:nvPicPr>
          <p:cNvPr id="474" name="Image" descr="Image"/>
          <p:cNvPicPr>
            <a:picLocks noChangeAspect="1"/>
          </p:cNvPicPr>
          <p:nvPr/>
        </p:nvPicPr>
        <p:blipFill rotWithShape="1">
          <a:blip r:embed="rId6"/>
          <a:srcRect l="1000" r="13538" b="33964"/>
          <a:stretch/>
        </p:blipFill>
        <p:spPr>
          <a:xfrm>
            <a:off x="10008652" y="5282070"/>
            <a:ext cx="2250548" cy="1597284"/>
          </a:xfrm>
          <a:prstGeom prst="rect">
            <a:avLst/>
          </a:prstGeom>
          <a:ln w="12700">
            <a:miter lim="400000"/>
          </a:ln>
        </p:spPr>
      </p:pic>
      <p:pic>
        <p:nvPicPr>
          <p:cNvPr id="475" name="Image" descr="Image"/>
          <p:cNvPicPr>
            <a:picLocks noChangeAspect="1"/>
          </p:cNvPicPr>
          <p:nvPr/>
        </p:nvPicPr>
        <p:blipFill>
          <a:blip r:embed="rId7"/>
          <a:stretch>
            <a:fillRect/>
          </a:stretch>
        </p:blipFill>
        <p:spPr>
          <a:xfrm>
            <a:off x="1380497" y="2051146"/>
            <a:ext cx="4240770" cy="4117181"/>
          </a:xfrm>
          <a:prstGeom prst="rect">
            <a:avLst/>
          </a:prstGeom>
          <a:ln w="12700">
            <a:miter lim="400000"/>
          </a:ln>
        </p:spPr>
      </p:pic>
      <p:sp>
        <p:nvSpPr>
          <p:cNvPr id="476" name="A new generation…"/>
          <p:cNvSpPr txBox="1"/>
          <p:nvPr/>
        </p:nvSpPr>
        <p:spPr>
          <a:xfrm>
            <a:off x="6517835" y="3292353"/>
            <a:ext cx="5864022" cy="6617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20" rIns="45719" bIns="45720" anchor="t">
            <a:spAutoFit/>
          </a:bodyPr>
          <a:lstStyle/>
          <a:p>
            <a:pPr algn="ctr" defTabSz="457200">
              <a:defRPr sz="3700">
                <a:solidFill>
                  <a:srgbClr val="FFFFFF"/>
                </a:solidFill>
                <a:latin typeface="Myriad Pro Semibold"/>
                <a:ea typeface="Myriad Pro Semibold"/>
                <a:cs typeface="Myriad Pro Semibold"/>
                <a:sym typeface="Myriad Pro Semibold"/>
              </a:defRPr>
            </a:pPr>
            <a:r>
              <a:rPr lang="tr-TR" b="1" dirty="0">
                <a:solidFill>
                  <a:schemeClr val="bg1"/>
                </a:solidFill>
                <a:latin typeface="Microsoft YaHei"/>
              </a:rPr>
              <a:t>Data</a:t>
            </a:r>
            <a:endParaRPr b="1" dirty="0">
              <a:solidFill>
                <a:schemeClr val="bg1"/>
              </a:solidFill>
              <a:latin typeface="Microsoft YaHei"/>
            </a:endParaRPr>
          </a:p>
        </p:txBody>
      </p:sp>
    </p:spTree>
    <p:extLst>
      <p:ext uri="{BB962C8B-B14F-4D97-AF65-F5344CB8AC3E}">
        <p14:creationId xmlns:p14="http://schemas.microsoft.com/office/powerpoint/2010/main" val="320988935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640854" y="2951018"/>
            <a:ext cx="8007631" cy="3173252"/>
          </a:xfrm>
          <a:prstGeom prst="rect">
            <a:avLst/>
          </a:prstGeom>
        </p:spPr>
        <p:txBody>
          <a:bodyPr lIns="45719" tIns="45720" rIns="45719" bIns="45720" anchor="ctr">
            <a:normAutofit fontScale="85000" lnSpcReduction="20000"/>
          </a:bodyPr>
          <a:lstStyle/>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Source(s) of the dataset​</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The dataset used in this project comes from Finland's transmission system operator. In Finland, the main transmission system operator (TSO) is </a:t>
            </a:r>
            <a:r>
              <a:rPr lang="en-US" sz="1600" dirty="0" err="1">
                <a:latin typeface="Microsoft YaHei Light"/>
              </a:rPr>
              <a:t>Fingrid</a:t>
            </a:r>
            <a:r>
              <a:rPr lang="en-US" sz="1600" dirty="0">
                <a:latin typeface="Microsoft YaHei Light"/>
              </a:rPr>
              <a:t> </a:t>
            </a:r>
            <a:r>
              <a:rPr lang="en-US" sz="1600" dirty="0" err="1">
                <a:latin typeface="Microsoft YaHei Light"/>
              </a:rPr>
              <a:t>Oyj</a:t>
            </a:r>
            <a:r>
              <a:rPr lang="en-US" sz="1600" dirty="0">
                <a:latin typeface="Microsoft YaHei Light"/>
              </a:rPr>
              <a:t>, which is responsible for balancing electricity supply and demand in the national grid.</a:t>
            </a: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Preprocessing steps during data collection​</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I just downloaded the data from </a:t>
            </a:r>
            <a:r>
              <a:rPr lang="en-US" sz="1600" dirty="0" err="1">
                <a:latin typeface="Microsoft YaHei Light"/>
              </a:rPr>
              <a:t>Fingrid</a:t>
            </a:r>
            <a:r>
              <a:rPr lang="en-US" sz="1600" dirty="0">
                <a:latin typeface="Microsoft YaHei Light"/>
              </a:rPr>
              <a:t> Open Data</a:t>
            </a: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Handling missing values, outliers, etc.</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During data preprocessing, missing values were checked, and since none were found, no imputation was needed. However, if present, techniques like forward-fill, mean imputation, or interpolation could be applied. Time series anomalies, such as missing timestamps or sudden spikes, were handled through resampling, smoothing, or seasonal adjustments to ensure data consistency. These steps improved data quality, making it suitable for training the LSTM model effectively.</a:t>
            </a:r>
          </a:p>
        </p:txBody>
      </p:sp>
      <p:sp>
        <p:nvSpPr>
          <p:cNvPr id="492" name="Rectangle"/>
          <p:cNvSpPr/>
          <p:nvPr/>
        </p:nvSpPr>
        <p:spPr>
          <a:xfrm>
            <a:off x="698305" y="2253235"/>
            <a:ext cx="4289331" cy="619598"/>
          </a:xfrm>
          <a:prstGeom prst="rect">
            <a:avLst/>
          </a:prstGeom>
          <a:solidFill>
            <a:srgbClr val="FE2E45"/>
          </a:solidFill>
          <a:ln w="12700">
            <a:miter lim="400000"/>
          </a:ln>
        </p:spPr>
        <p:txBody>
          <a:bodyPr lIns="45719" rIns="45719" anchor="ctr"/>
          <a:lstStyle/>
          <a:p>
            <a:endParaRPr/>
          </a:p>
        </p:txBody>
      </p:sp>
      <p:sp>
        <p:nvSpPr>
          <p:cNvPr id="493" name="Title 1"/>
          <p:cNvSpPr txBox="1">
            <a:spLocks noGrp="1"/>
          </p:cNvSpPr>
          <p:nvPr>
            <p:ph type="title"/>
          </p:nvPr>
        </p:nvSpPr>
        <p:spPr>
          <a:xfrm>
            <a:off x="640854" y="1629976"/>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Data</a:t>
            </a:r>
          </a:p>
        </p:txBody>
      </p:sp>
      <p:pic>
        <p:nvPicPr>
          <p:cNvPr id="12" name="Image" descr="Image">
            <a:extLst>
              <a:ext uri="{FF2B5EF4-FFF2-40B4-BE49-F238E27FC236}">
                <a16:creationId xmlns:a16="http://schemas.microsoft.com/office/drawing/2014/main" id="{527B033D-58DE-C2AD-9182-2E91C466827D}"/>
              </a:ext>
            </a:extLst>
          </p:cNvPr>
          <p:cNvPicPr>
            <a:picLocks noChangeAspect="1"/>
          </p:cNvPicPr>
          <p:nvPr/>
        </p:nvPicPr>
        <p:blipFill>
          <a:blip r:embed="rId3"/>
          <a:stretch>
            <a:fillRect/>
          </a:stretch>
        </p:blipFill>
        <p:spPr>
          <a:xfrm>
            <a:off x="461654" y="502466"/>
            <a:ext cx="1934776" cy="153113"/>
          </a:xfrm>
          <a:prstGeom prst="rect">
            <a:avLst/>
          </a:prstGeom>
          <a:ln w="12700">
            <a:miter lim="400000"/>
          </a:ln>
        </p:spPr>
      </p:pic>
      <p:grpSp>
        <p:nvGrpSpPr>
          <p:cNvPr id="2" name="Group 1">
            <a:extLst>
              <a:ext uri="{FF2B5EF4-FFF2-40B4-BE49-F238E27FC236}">
                <a16:creationId xmlns:a16="http://schemas.microsoft.com/office/drawing/2014/main" id="{787CC85C-9605-11A6-85A7-8A7034F84D95}"/>
              </a:ext>
            </a:extLst>
          </p:cNvPr>
          <p:cNvGrpSpPr/>
          <p:nvPr/>
        </p:nvGrpSpPr>
        <p:grpSpPr>
          <a:xfrm>
            <a:off x="8396929" y="180373"/>
            <a:ext cx="3292787" cy="729780"/>
            <a:chOff x="8396929" y="180373"/>
            <a:chExt cx="3292787" cy="729780"/>
          </a:xfrm>
        </p:grpSpPr>
        <p:pic>
          <p:nvPicPr>
            <p:cNvPr id="14" name="Picture 13" descr="Picture 7">
              <a:extLst>
                <a:ext uri="{FF2B5EF4-FFF2-40B4-BE49-F238E27FC236}">
                  <a16:creationId xmlns:a16="http://schemas.microsoft.com/office/drawing/2014/main" id="{73CA5DA9-18E2-6441-B52B-1779AAE59F4E}"/>
                </a:ext>
              </a:extLst>
            </p:cNvPr>
            <p:cNvPicPr>
              <a:picLocks noChangeAspect="1"/>
            </p:cNvPicPr>
            <p:nvPr/>
          </p:nvPicPr>
          <p:blipFill>
            <a:blip r:embed="rId4"/>
            <a:stretch>
              <a:fillRect/>
            </a:stretch>
          </p:blipFill>
          <p:spPr>
            <a:xfrm>
              <a:off x="10148289" y="284959"/>
              <a:ext cx="1053632" cy="520606"/>
            </a:xfrm>
            <a:prstGeom prst="rect">
              <a:avLst/>
            </a:prstGeom>
            <a:ln w="12700" cap="flat">
              <a:noFill/>
              <a:miter lim="400000"/>
            </a:ln>
            <a:effectLst/>
          </p:spPr>
        </p:pic>
        <p:pic>
          <p:nvPicPr>
            <p:cNvPr id="15" name="Picture 14" descr="Picture 9">
              <a:extLst>
                <a:ext uri="{FF2B5EF4-FFF2-40B4-BE49-F238E27FC236}">
                  <a16:creationId xmlns:a16="http://schemas.microsoft.com/office/drawing/2014/main" id="{2432F4F4-2404-927D-ADE3-04176DA31250}"/>
                </a:ext>
              </a:extLst>
            </p:cNvPr>
            <p:cNvPicPr>
              <a:picLocks noChangeAspect="1"/>
            </p:cNvPicPr>
            <p:nvPr/>
          </p:nvPicPr>
          <p:blipFill>
            <a:blip r:embed="rId5"/>
            <a:stretch>
              <a:fillRect/>
            </a:stretch>
          </p:blipFill>
          <p:spPr>
            <a:xfrm>
              <a:off x="9200391" y="225891"/>
              <a:ext cx="823093" cy="627822"/>
            </a:xfrm>
            <a:prstGeom prst="rect">
              <a:avLst/>
            </a:prstGeom>
            <a:ln w="12700" cap="flat">
              <a:noFill/>
              <a:miter lim="400000"/>
            </a:ln>
            <a:effectLst/>
          </p:spPr>
        </p:pic>
        <p:pic>
          <p:nvPicPr>
            <p:cNvPr id="16" name="pasted-movie.png">
              <a:extLst>
                <a:ext uri="{FF2B5EF4-FFF2-40B4-BE49-F238E27FC236}">
                  <a16:creationId xmlns:a16="http://schemas.microsoft.com/office/drawing/2014/main" id="{A19410C1-D3A7-317B-D39E-DA1841D4DCF4}"/>
                </a:ext>
              </a:extLst>
            </p:cNvPr>
            <p:cNvPicPr>
              <a:picLocks noChangeAspect="1"/>
            </p:cNvPicPr>
            <p:nvPr/>
          </p:nvPicPr>
          <p:blipFill>
            <a:blip r:embed="rId6"/>
            <a:srcRect/>
            <a:stretch>
              <a:fillRect/>
            </a:stretch>
          </p:blipFill>
          <p:spPr>
            <a:xfrm>
              <a:off x="11333350" y="180373"/>
              <a:ext cx="356366" cy="729780"/>
            </a:xfrm>
            <a:prstGeom prst="rect">
              <a:avLst/>
            </a:prstGeom>
            <a:ln w="12700" cap="flat">
              <a:noFill/>
              <a:miter lim="400000"/>
            </a:ln>
            <a:effectLst/>
          </p:spPr>
        </p:pic>
        <p:pic>
          <p:nvPicPr>
            <p:cNvPr id="17" name="pasted-movie.png">
              <a:extLst>
                <a:ext uri="{FF2B5EF4-FFF2-40B4-BE49-F238E27FC236}">
                  <a16:creationId xmlns:a16="http://schemas.microsoft.com/office/drawing/2014/main" id="{729A8509-CD14-D22C-8BCC-350A11E998D7}"/>
                </a:ext>
              </a:extLst>
            </p:cNvPr>
            <p:cNvPicPr>
              <a:picLocks noChangeAspect="1"/>
            </p:cNvPicPr>
            <p:nvPr/>
          </p:nvPicPr>
          <p:blipFill>
            <a:blip r:embed="rId7"/>
            <a:srcRect l="13941" t="19365" r="13941" b="19365"/>
            <a:stretch>
              <a:fillRect/>
            </a:stretch>
          </p:blipFill>
          <p:spPr>
            <a:xfrm>
              <a:off x="8396929" y="225891"/>
              <a:ext cx="672033" cy="576141"/>
            </a:xfrm>
            <a:prstGeom prst="rect">
              <a:avLst/>
            </a:prstGeom>
            <a:ln w="12700" cap="flat">
              <a:noFill/>
              <a:miter lim="400000"/>
            </a:ln>
            <a:effectLst/>
          </p:spPr>
        </p:pic>
      </p:gr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spTree>
    <p:extLst>
      <p:ext uri="{BB962C8B-B14F-4D97-AF65-F5344CB8AC3E}">
        <p14:creationId xmlns:p14="http://schemas.microsoft.com/office/powerpoint/2010/main" val="66453457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Rectangle"/>
          <p:cNvSpPr/>
          <p:nvPr/>
        </p:nvSpPr>
        <p:spPr>
          <a:xfrm>
            <a:off x="-5486292" y="1322899"/>
            <a:ext cx="12203767" cy="5535101"/>
          </a:xfrm>
          <a:prstGeom prst="rect">
            <a:avLst/>
          </a:prstGeom>
          <a:solidFill>
            <a:srgbClr val="4617DE"/>
          </a:solidFill>
          <a:ln w="12700">
            <a:solidFill>
              <a:srgbClr val="4617DE"/>
            </a:solidFill>
            <a:miter lim="400000"/>
          </a:ln>
        </p:spPr>
        <p:txBody>
          <a:bodyPr lIns="45719" rIns="45719" anchor="ctr"/>
          <a:lstStyle/>
          <a:p>
            <a:endParaRPr/>
          </a:p>
        </p:txBody>
      </p:sp>
      <p:pic>
        <p:nvPicPr>
          <p:cNvPr id="469" name="Picture 7" descr="Picture 7"/>
          <p:cNvPicPr>
            <a:picLocks noChangeAspect="1"/>
          </p:cNvPicPr>
          <p:nvPr/>
        </p:nvPicPr>
        <p:blipFill>
          <a:blip r:embed="rId2"/>
          <a:stretch>
            <a:fillRect/>
          </a:stretch>
        </p:blipFill>
        <p:spPr>
          <a:xfrm>
            <a:off x="10091332" y="387946"/>
            <a:ext cx="1172345" cy="572571"/>
          </a:xfrm>
          <a:prstGeom prst="rect">
            <a:avLst/>
          </a:prstGeom>
          <a:ln w="12700">
            <a:miter lim="400000"/>
          </a:ln>
        </p:spPr>
      </p:pic>
      <p:pic>
        <p:nvPicPr>
          <p:cNvPr id="470" name="Picture 9" descr="Picture 9"/>
          <p:cNvPicPr>
            <a:picLocks noChangeAspect="1"/>
          </p:cNvPicPr>
          <p:nvPr/>
        </p:nvPicPr>
        <p:blipFill>
          <a:blip r:embed="rId3"/>
          <a:stretch>
            <a:fillRect/>
          </a:stretch>
        </p:blipFill>
        <p:spPr>
          <a:xfrm>
            <a:off x="8970126" y="295810"/>
            <a:ext cx="959441" cy="733788"/>
          </a:xfrm>
          <a:prstGeom prst="rect">
            <a:avLst/>
          </a:prstGeom>
          <a:ln w="12700">
            <a:miter lim="400000"/>
          </a:ln>
        </p:spPr>
      </p:pic>
      <p:pic>
        <p:nvPicPr>
          <p:cNvPr id="471" name="pasted-movie.png" descr="pasted-movie.png"/>
          <p:cNvPicPr>
            <a:picLocks noChangeAspect="1"/>
          </p:cNvPicPr>
          <p:nvPr/>
        </p:nvPicPr>
        <p:blipFill>
          <a:blip r:embed="rId4"/>
          <a:stretch>
            <a:fillRect/>
          </a:stretch>
        </p:blipFill>
        <p:spPr>
          <a:xfrm>
            <a:off x="11474078" y="103953"/>
            <a:ext cx="526003" cy="1065320"/>
          </a:xfrm>
          <a:prstGeom prst="rect">
            <a:avLst/>
          </a:prstGeom>
          <a:ln w="12700">
            <a:miter lim="400000"/>
          </a:ln>
        </p:spPr>
      </p:pic>
      <p:pic>
        <p:nvPicPr>
          <p:cNvPr id="472" name="pasted-movie.png" descr="pasted-movie.png"/>
          <p:cNvPicPr>
            <a:picLocks noChangeAspect="1"/>
          </p:cNvPicPr>
          <p:nvPr/>
        </p:nvPicPr>
        <p:blipFill>
          <a:blip r:embed="rId5"/>
          <a:srcRect l="13941" t="19365" r="13941" b="19365"/>
          <a:stretch>
            <a:fillRect/>
          </a:stretch>
        </p:blipFill>
        <p:spPr>
          <a:xfrm>
            <a:off x="7968564" y="251012"/>
            <a:ext cx="907559" cy="771035"/>
          </a:xfrm>
          <a:prstGeom prst="rect">
            <a:avLst/>
          </a:prstGeom>
          <a:ln w="12700">
            <a:miter lim="400000"/>
          </a:ln>
        </p:spPr>
      </p:pic>
      <p:pic>
        <p:nvPicPr>
          <p:cNvPr id="474" name="Image" descr="Image"/>
          <p:cNvPicPr>
            <a:picLocks noChangeAspect="1"/>
          </p:cNvPicPr>
          <p:nvPr/>
        </p:nvPicPr>
        <p:blipFill rotWithShape="1">
          <a:blip r:embed="rId6"/>
          <a:srcRect l="1000" r="13538" b="33964"/>
          <a:stretch/>
        </p:blipFill>
        <p:spPr>
          <a:xfrm>
            <a:off x="10008652" y="5282070"/>
            <a:ext cx="2250548" cy="1597284"/>
          </a:xfrm>
          <a:prstGeom prst="rect">
            <a:avLst/>
          </a:prstGeom>
          <a:ln w="12700">
            <a:miter lim="400000"/>
          </a:ln>
        </p:spPr>
      </p:pic>
      <p:pic>
        <p:nvPicPr>
          <p:cNvPr id="475" name="Image" descr="Image"/>
          <p:cNvPicPr>
            <a:picLocks noChangeAspect="1"/>
          </p:cNvPicPr>
          <p:nvPr/>
        </p:nvPicPr>
        <p:blipFill>
          <a:blip r:embed="rId7"/>
          <a:stretch>
            <a:fillRect/>
          </a:stretch>
        </p:blipFill>
        <p:spPr>
          <a:xfrm>
            <a:off x="1380497" y="2051146"/>
            <a:ext cx="4240770" cy="4117181"/>
          </a:xfrm>
          <a:prstGeom prst="rect">
            <a:avLst/>
          </a:prstGeom>
          <a:ln w="12700">
            <a:miter lim="400000"/>
          </a:ln>
        </p:spPr>
      </p:pic>
      <p:sp>
        <p:nvSpPr>
          <p:cNvPr id="476" name="A new generation…"/>
          <p:cNvSpPr txBox="1"/>
          <p:nvPr/>
        </p:nvSpPr>
        <p:spPr>
          <a:xfrm>
            <a:off x="6517835" y="3292353"/>
            <a:ext cx="5864022" cy="6617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20" rIns="45719" bIns="45720" anchor="t">
            <a:spAutoFit/>
          </a:bodyPr>
          <a:lstStyle/>
          <a:p>
            <a:pPr algn="ctr" defTabSz="457200">
              <a:defRPr sz="3700">
                <a:solidFill>
                  <a:srgbClr val="FFFFFF"/>
                </a:solidFill>
                <a:latin typeface="Myriad Pro Semibold"/>
                <a:ea typeface="Myriad Pro Semibold"/>
                <a:cs typeface="Myriad Pro Semibold"/>
                <a:sym typeface="Myriad Pro Semibold"/>
              </a:defRPr>
            </a:pPr>
            <a:r>
              <a:rPr lang="tr-TR" b="1" dirty="0">
                <a:solidFill>
                  <a:schemeClr val="bg1"/>
                </a:solidFill>
                <a:latin typeface="Microsoft YaHei"/>
              </a:rPr>
              <a:t>Model</a:t>
            </a:r>
            <a:endParaRPr b="1" dirty="0">
              <a:solidFill>
                <a:schemeClr val="bg1"/>
              </a:solidFill>
              <a:latin typeface="Microsoft YaHei"/>
            </a:endParaRPr>
          </a:p>
        </p:txBody>
      </p:sp>
    </p:spTree>
    <p:extLst>
      <p:ext uri="{BB962C8B-B14F-4D97-AF65-F5344CB8AC3E}">
        <p14:creationId xmlns:p14="http://schemas.microsoft.com/office/powerpoint/2010/main" val="416113474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640854" y="2951018"/>
            <a:ext cx="8007631" cy="3173252"/>
          </a:xfrm>
          <a:prstGeom prst="rect">
            <a:avLst/>
          </a:prstGeom>
        </p:spPr>
        <p:txBody>
          <a:bodyPr lIns="45719" tIns="45720" rIns="45719" bIns="45720" anchor="ctr">
            <a:normAutofit fontScale="62500" lnSpcReduction="20000"/>
          </a:bodyPr>
          <a:lstStyle/>
          <a:p>
            <a:pPr marL="0" indent="0">
              <a:lnSpc>
                <a:spcPct val="100000"/>
              </a:lnSpc>
              <a:buNone/>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Details on training the model​</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The LSTM model was trained to predict energy consumption using a preprocessed time series dataset. The data was normalized and split into training and validation sets, with sequences created to capture patterns. The model architecture included LSTM layers, dropout layers to prevent overfitting, and dense layers for final predictions. Training was conducted over 60 epochs with a batch size of 20, using the Adam optimizer and Mean Squared Error (MSE) as the loss function. </a:t>
            </a: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Hyperparameters used and any cross-validation techniques​</a:t>
            </a:r>
            <a:r>
              <a:rPr lang="tr-TR" sz="1600" dirty="0">
                <a:latin typeface="Microsoft YaHei Light"/>
              </a:rPr>
              <a:t> </a:t>
            </a:r>
            <a:r>
              <a:rPr lang="tr-TR" sz="1600" dirty="0" err="1">
                <a:latin typeface="Microsoft YaHei Light"/>
              </a:rPr>
              <a:t>and</a:t>
            </a:r>
            <a:r>
              <a:rPr lang="tr-TR" sz="1600" dirty="0">
                <a:latin typeface="Microsoft YaHei Light"/>
              </a:rPr>
              <a:t> d</a:t>
            </a:r>
            <a:r>
              <a:rPr lang="en-US" sz="1600" dirty="0" err="1">
                <a:latin typeface="Microsoft YaHei Light"/>
              </a:rPr>
              <a:t>etails</a:t>
            </a:r>
            <a:r>
              <a:rPr lang="en-US" sz="1600" dirty="0">
                <a:latin typeface="Microsoft YaHei Light"/>
              </a:rPr>
              <a:t> on any hyperparameter tuning </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Performance was evaluated using Root Mean Squared Error (RMSE), demonstrating that machine learning can effectively forecast energy consumption, aiding in better energy management and sustainability.</a:t>
            </a: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Please provide comparison of models</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LSTM was chosen for this project because it excels at capturing sequential patterns in energy consumption data, especially with seasonal trends and long-term dependencies. While models like ARIMA work well for stationary data, LSTM can handle non-linearity and dynamic changes better, making it more suitable for forecasting energy demand over time.</a:t>
            </a:r>
            <a:endParaRPr lang="tr-TR" sz="1600" dirty="0">
              <a:latin typeface="Microsoft YaHei Light"/>
            </a:endParaRPr>
          </a:p>
          <a:p>
            <a:pPr>
              <a:lnSpc>
                <a:spcPct val="100000"/>
              </a:lnSpc>
              <a:defRPr sz="1400">
                <a:solidFill>
                  <a:srgbClr val="000000"/>
                </a:solidFill>
                <a:latin typeface="Merriweather Sans Light"/>
                <a:ea typeface="Merriweather Sans Light"/>
                <a:cs typeface="Merriweather Sans Light"/>
                <a:sym typeface="Merriweather Sans Light"/>
              </a:defRPr>
            </a:pPr>
            <a:r>
              <a:rPr lang="tr-TR" sz="1600" dirty="0">
                <a:latin typeface="Microsoft YaHei Light"/>
              </a:rPr>
              <a:t>Visualization</a:t>
            </a:r>
            <a:endParaRPr lang="en-US" sz="1600" dirty="0">
              <a:latin typeface="Microsoft YaHei Light"/>
            </a:endParaRP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Visualization is important for our model, we have prepared different visualization for our model.</a:t>
            </a:r>
            <a:endParaRPr lang="tr-TR" sz="1600" dirty="0">
              <a:latin typeface="Microsoft YaHei Light"/>
            </a:endParaRPr>
          </a:p>
        </p:txBody>
      </p:sp>
      <p:sp>
        <p:nvSpPr>
          <p:cNvPr id="492" name="Rectangle"/>
          <p:cNvSpPr/>
          <p:nvPr/>
        </p:nvSpPr>
        <p:spPr>
          <a:xfrm>
            <a:off x="698305" y="2253235"/>
            <a:ext cx="4289331" cy="619598"/>
          </a:xfrm>
          <a:prstGeom prst="rect">
            <a:avLst/>
          </a:prstGeom>
          <a:solidFill>
            <a:srgbClr val="FE2E45"/>
          </a:solidFill>
          <a:ln w="12700">
            <a:miter lim="400000"/>
          </a:ln>
        </p:spPr>
        <p:txBody>
          <a:bodyPr lIns="45719" rIns="45719" anchor="ctr"/>
          <a:lstStyle/>
          <a:p>
            <a:endParaRPr/>
          </a:p>
        </p:txBody>
      </p:sp>
      <p:sp>
        <p:nvSpPr>
          <p:cNvPr id="493" name="Title 1"/>
          <p:cNvSpPr txBox="1">
            <a:spLocks noGrp="1"/>
          </p:cNvSpPr>
          <p:nvPr>
            <p:ph type="title"/>
          </p:nvPr>
        </p:nvSpPr>
        <p:spPr>
          <a:xfrm>
            <a:off x="640854" y="1629976"/>
            <a:ext cx="7756075" cy="869546"/>
          </a:xfrm>
          <a:prstGeom prst="rect">
            <a:avLst/>
          </a:prstGeom>
        </p:spPr>
        <p:txBody>
          <a:bodyPr lIns="45719" tIns="45720" rIns="45719" bIns="45720" anchor="ctr">
            <a:normAutofit fontScale="90000"/>
          </a:bodyPr>
          <a:lstStyle/>
          <a:p>
            <a:pPr defTabSz="795527">
              <a:defRPr sz="3393">
                <a:solidFill>
                  <a:srgbClr val="383838"/>
                </a:solidFill>
                <a:latin typeface="Merriweather Sans Regular"/>
                <a:ea typeface="Merriweather Sans Regular"/>
                <a:cs typeface="Merriweather Sans Regular"/>
                <a:sym typeface="Merriweather Sans Regular"/>
              </a:defRPr>
            </a:pPr>
            <a:r>
              <a:rPr lang="en-US" sz="3350" b="1" dirty="0">
                <a:solidFill>
                  <a:schemeClr val="bg1"/>
                </a:solidFill>
                <a:latin typeface="Microsoft YaHei"/>
                <a:ea typeface="Merriweather Sans Regular ExtraBold"/>
                <a:cs typeface="Merriweather Sans Regular ExtraBold"/>
              </a:rPr>
              <a:t>Model Selection and Training</a:t>
            </a:r>
            <a:r>
              <a:rPr lang="tr-TR" sz="3350" b="1" dirty="0">
                <a:solidFill>
                  <a:schemeClr val="bg1"/>
                </a:solidFill>
                <a:latin typeface="Microsoft YaHei"/>
                <a:ea typeface="Merriweather Sans Regular ExtraBold"/>
                <a:cs typeface="Merriweather Sans Regular ExtraBold"/>
              </a:rPr>
              <a:t>/</a:t>
            </a:r>
            <a:r>
              <a:rPr lang="tr-TR" sz="3350" b="1" dirty="0" err="1">
                <a:solidFill>
                  <a:schemeClr val="bg1"/>
                </a:solidFill>
                <a:latin typeface="Microsoft YaHei"/>
                <a:ea typeface="Merriweather Sans Regular ExtraBold"/>
                <a:cs typeface="Merriweather Sans Regular ExtraBold"/>
              </a:rPr>
              <a:t>Testing</a:t>
            </a:r>
            <a:endParaRPr sz="3350" b="1" dirty="0">
              <a:solidFill>
                <a:schemeClr val="bg1"/>
              </a:solidFill>
              <a:latin typeface="Microsoft YaHei"/>
              <a:ea typeface="Merriweather Sans Regular ExtraBold"/>
              <a:cs typeface="Merriweather Sans Regular ExtraBold"/>
            </a:endParaRPr>
          </a:p>
        </p:txBody>
      </p:sp>
      <p:pic>
        <p:nvPicPr>
          <p:cNvPr id="12" name="Image" descr="Image">
            <a:extLst>
              <a:ext uri="{FF2B5EF4-FFF2-40B4-BE49-F238E27FC236}">
                <a16:creationId xmlns:a16="http://schemas.microsoft.com/office/drawing/2014/main" id="{527B033D-58DE-C2AD-9182-2E91C466827D}"/>
              </a:ext>
            </a:extLst>
          </p:cNvPr>
          <p:cNvPicPr>
            <a:picLocks noChangeAspect="1"/>
          </p:cNvPicPr>
          <p:nvPr/>
        </p:nvPicPr>
        <p:blipFill>
          <a:blip r:embed="rId3"/>
          <a:stretch>
            <a:fillRect/>
          </a:stretch>
        </p:blipFill>
        <p:spPr>
          <a:xfrm>
            <a:off x="461654" y="502466"/>
            <a:ext cx="1934776" cy="153113"/>
          </a:xfrm>
          <a:prstGeom prst="rect">
            <a:avLst/>
          </a:prstGeom>
          <a:ln w="12700">
            <a:miter lim="400000"/>
          </a:ln>
        </p:spPr>
      </p:pic>
      <p:grpSp>
        <p:nvGrpSpPr>
          <p:cNvPr id="2" name="Group 1">
            <a:extLst>
              <a:ext uri="{FF2B5EF4-FFF2-40B4-BE49-F238E27FC236}">
                <a16:creationId xmlns:a16="http://schemas.microsoft.com/office/drawing/2014/main" id="{787CC85C-9605-11A6-85A7-8A7034F84D95}"/>
              </a:ext>
            </a:extLst>
          </p:cNvPr>
          <p:cNvGrpSpPr/>
          <p:nvPr/>
        </p:nvGrpSpPr>
        <p:grpSpPr>
          <a:xfrm>
            <a:off x="8396929" y="180373"/>
            <a:ext cx="3292787" cy="729780"/>
            <a:chOff x="8396929" y="180373"/>
            <a:chExt cx="3292787" cy="729780"/>
          </a:xfrm>
        </p:grpSpPr>
        <p:pic>
          <p:nvPicPr>
            <p:cNvPr id="14" name="Picture 13" descr="Picture 7">
              <a:extLst>
                <a:ext uri="{FF2B5EF4-FFF2-40B4-BE49-F238E27FC236}">
                  <a16:creationId xmlns:a16="http://schemas.microsoft.com/office/drawing/2014/main" id="{73CA5DA9-18E2-6441-B52B-1779AAE59F4E}"/>
                </a:ext>
              </a:extLst>
            </p:cNvPr>
            <p:cNvPicPr>
              <a:picLocks noChangeAspect="1"/>
            </p:cNvPicPr>
            <p:nvPr/>
          </p:nvPicPr>
          <p:blipFill>
            <a:blip r:embed="rId4"/>
            <a:stretch>
              <a:fillRect/>
            </a:stretch>
          </p:blipFill>
          <p:spPr>
            <a:xfrm>
              <a:off x="10148289" y="284959"/>
              <a:ext cx="1053632" cy="520606"/>
            </a:xfrm>
            <a:prstGeom prst="rect">
              <a:avLst/>
            </a:prstGeom>
            <a:ln w="12700" cap="flat">
              <a:noFill/>
              <a:miter lim="400000"/>
            </a:ln>
            <a:effectLst/>
          </p:spPr>
        </p:pic>
        <p:pic>
          <p:nvPicPr>
            <p:cNvPr id="15" name="Picture 14" descr="Picture 9">
              <a:extLst>
                <a:ext uri="{FF2B5EF4-FFF2-40B4-BE49-F238E27FC236}">
                  <a16:creationId xmlns:a16="http://schemas.microsoft.com/office/drawing/2014/main" id="{2432F4F4-2404-927D-ADE3-04176DA31250}"/>
                </a:ext>
              </a:extLst>
            </p:cNvPr>
            <p:cNvPicPr>
              <a:picLocks noChangeAspect="1"/>
            </p:cNvPicPr>
            <p:nvPr/>
          </p:nvPicPr>
          <p:blipFill>
            <a:blip r:embed="rId5"/>
            <a:stretch>
              <a:fillRect/>
            </a:stretch>
          </p:blipFill>
          <p:spPr>
            <a:xfrm>
              <a:off x="9200391" y="225891"/>
              <a:ext cx="823093" cy="627822"/>
            </a:xfrm>
            <a:prstGeom prst="rect">
              <a:avLst/>
            </a:prstGeom>
            <a:ln w="12700" cap="flat">
              <a:noFill/>
              <a:miter lim="400000"/>
            </a:ln>
            <a:effectLst/>
          </p:spPr>
        </p:pic>
        <p:pic>
          <p:nvPicPr>
            <p:cNvPr id="16" name="pasted-movie.png">
              <a:extLst>
                <a:ext uri="{FF2B5EF4-FFF2-40B4-BE49-F238E27FC236}">
                  <a16:creationId xmlns:a16="http://schemas.microsoft.com/office/drawing/2014/main" id="{A19410C1-D3A7-317B-D39E-DA1841D4DCF4}"/>
                </a:ext>
              </a:extLst>
            </p:cNvPr>
            <p:cNvPicPr>
              <a:picLocks noChangeAspect="1"/>
            </p:cNvPicPr>
            <p:nvPr/>
          </p:nvPicPr>
          <p:blipFill>
            <a:blip r:embed="rId6"/>
            <a:srcRect/>
            <a:stretch>
              <a:fillRect/>
            </a:stretch>
          </p:blipFill>
          <p:spPr>
            <a:xfrm>
              <a:off x="11333350" y="180373"/>
              <a:ext cx="356366" cy="729780"/>
            </a:xfrm>
            <a:prstGeom prst="rect">
              <a:avLst/>
            </a:prstGeom>
            <a:ln w="12700" cap="flat">
              <a:noFill/>
              <a:miter lim="400000"/>
            </a:ln>
            <a:effectLst/>
          </p:spPr>
        </p:pic>
        <p:pic>
          <p:nvPicPr>
            <p:cNvPr id="17" name="pasted-movie.png">
              <a:extLst>
                <a:ext uri="{FF2B5EF4-FFF2-40B4-BE49-F238E27FC236}">
                  <a16:creationId xmlns:a16="http://schemas.microsoft.com/office/drawing/2014/main" id="{729A8509-CD14-D22C-8BCC-350A11E998D7}"/>
                </a:ext>
              </a:extLst>
            </p:cNvPr>
            <p:cNvPicPr>
              <a:picLocks noChangeAspect="1"/>
            </p:cNvPicPr>
            <p:nvPr/>
          </p:nvPicPr>
          <p:blipFill>
            <a:blip r:embed="rId7"/>
            <a:srcRect l="13941" t="19365" r="13941" b="19365"/>
            <a:stretch>
              <a:fillRect/>
            </a:stretch>
          </p:blipFill>
          <p:spPr>
            <a:xfrm>
              <a:off x="8396929" y="225891"/>
              <a:ext cx="672033" cy="576141"/>
            </a:xfrm>
            <a:prstGeom prst="rect">
              <a:avLst/>
            </a:prstGeom>
            <a:ln w="12700" cap="flat">
              <a:noFill/>
              <a:miter lim="400000"/>
            </a:ln>
            <a:effectLst/>
          </p:spPr>
        </p:pic>
      </p:gr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spTree>
    <p:extLst>
      <p:ext uri="{BB962C8B-B14F-4D97-AF65-F5344CB8AC3E}">
        <p14:creationId xmlns:p14="http://schemas.microsoft.com/office/powerpoint/2010/main" val="367101955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Rectangle"/>
          <p:cNvSpPr/>
          <p:nvPr/>
        </p:nvSpPr>
        <p:spPr>
          <a:xfrm>
            <a:off x="-5486292" y="1322899"/>
            <a:ext cx="12203767" cy="5535101"/>
          </a:xfrm>
          <a:prstGeom prst="rect">
            <a:avLst/>
          </a:prstGeom>
          <a:solidFill>
            <a:srgbClr val="4617DE"/>
          </a:solidFill>
          <a:ln w="12700">
            <a:solidFill>
              <a:srgbClr val="4617DE"/>
            </a:solidFill>
            <a:miter lim="400000"/>
          </a:ln>
        </p:spPr>
        <p:txBody>
          <a:bodyPr lIns="45719" rIns="45719" anchor="ctr"/>
          <a:lstStyle/>
          <a:p>
            <a:endParaRPr/>
          </a:p>
        </p:txBody>
      </p:sp>
      <p:pic>
        <p:nvPicPr>
          <p:cNvPr id="469" name="Picture 7" descr="Picture 7"/>
          <p:cNvPicPr>
            <a:picLocks noChangeAspect="1"/>
          </p:cNvPicPr>
          <p:nvPr/>
        </p:nvPicPr>
        <p:blipFill>
          <a:blip r:embed="rId2"/>
          <a:stretch>
            <a:fillRect/>
          </a:stretch>
        </p:blipFill>
        <p:spPr>
          <a:xfrm>
            <a:off x="10091332" y="387946"/>
            <a:ext cx="1172345" cy="572571"/>
          </a:xfrm>
          <a:prstGeom prst="rect">
            <a:avLst/>
          </a:prstGeom>
          <a:ln w="12700">
            <a:miter lim="400000"/>
          </a:ln>
        </p:spPr>
      </p:pic>
      <p:pic>
        <p:nvPicPr>
          <p:cNvPr id="470" name="Picture 9" descr="Picture 9"/>
          <p:cNvPicPr>
            <a:picLocks noChangeAspect="1"/>
          </p:cNvPicPr>
          <p:nvPr/>
        </p:nvPicPr>
        <p:blipFill>
          <a:blip r:embed="rId3"/>
          <a:stretch>
            <a:fillRect/>
          </a:stretch>
        </p:blipFill>
        <p:spPr>
          <a:xfrm>
            <a:off x="8970126" y="295810"/>
            <a:ext cx="959441" cy="733788"/>
          </a:xfrm>
          <a:prstGeom prst="rect">
            <a:avLst/>
          </a:prstGeom>
          <a:ln w="12700">
            <a:miter lim="400000"/>
          </a:ln>
        </p:spPr>
      </p:pic>
      <p:pic>
        <p:nvPicPr>
          <p:cNvPr id="471" name="pasted-movie.png" descr="pasted-movie.png"/>
          <p:cNvPicPr>
            <a:picLocks noChangeAspect="1"/>
          </p:cNvPicPr>
          <p:nvPr/>
        </p:nvPicPr>
        <p:blipFill>
          <a:blip r:embed="rId4"/>
          <a:stretch>
            <a:fillRect/>
          </a:stretch>
        </p:blipFill>
        <p:spPr>
          <a:xfrm>
            <a:off x="11474078" y="103953"/>
            <a:ext cx="526003" cy="1065320"/>
          </a:xfrm>
          <a:prstGeom prst="rect">
            <a:avLst/>
          </a:prstGeom>
          <a:ln w="12700">
            <a:miter lim="400000"/>
          </a:ln>
        </p:spPr>
      </p:pic>
      <p:pic>
        <p:nvPicPr>
          <p:cNvPr id="472" name="pasted-movie.png" descr="pasted-movie.png"/>
          <p:cNvPicPr>
            <a:picLocks noChangeAspect="1"/>
          </p:cNvPicPr>
          <p:nvPr/>
        </p:nvPicPr>
        <p:blipFill>
          <a:blip r:embed="rId5"/>
          <a:srcRect l="13941" t="19365" r="13941" b="19365"/>
          <a:stretch>
            <a:fillRect/>
          </a:stretch>
        </p:blipFill>
        <p:spPr>
          <a:xfrm>
            <a:off x="7968564" y="251012"/>
            <a:ext cx="907559" cy="771035"/>
          </a:xfrm>
          <a:prstGeom prst="rect">
            <a:avLst/>
          </a:prstGeom>
          <a:ln w="12700">
            <a:miter lim="400000"/>
          </a:ln>
        </p:spPr>
      </p:pic>
      <p:pic>
        <p:nvPicPr>
          <p:cNvPr id="474" name="Image" descr="Image"/>
          <p:cNvPicPr>
            <a:picLocks noChangeAspect="1"/>
          </p:cNvPicPr>
          <p:nvPr/>
        </p:nvPicPr>
        <p:blipFill rotWithShape="1">
          <a:blip r:embed="rId6"/>
          <a:srcRect l="1000" r="13538" b="33964"/>
          <a:stretch/>
        </p:blipFill>
        <p:spPr>
          <a:xfrm>
            <a:off x="10008652" y="5282070"/>
            <a:ext cx="2250548" cy="1597284"/>
          </a:xfrm>
          <a:prstGeom prst="rect">
            <a:avLst/>
          </a:prstGeom>
          <a:ln w="12700">
            <a:miter lim="400000"/>
          </a:ln>
        </p:spPr>
      </p:pic>
      <p:pic>
        <p:nvPicPr>
          <p:cNvPr id="475" name="Image" descr="Image"/>
          <p:cNvPicPr>
            <a:picLocks noChangeAspect="1"/>
          </p:cNvPicPr>
          <p:nvPr/>
        </p:nvPicPr>
        <p:blipFill>
          <a:blip r:embed="rId7"/>
          <a:stretch>
            <a:fillRect/>
          </a:stretch>
        </p:blipFill>
        <p:spPr>
          <a:xfrm>
            <a:off x="1380497" y="2051146"/>
            <a:ext cx="4240770" cy="4117181"/>
          </a:xfrm>
          <a:prstGeom prst="rect">
            <a:avLst/>
          </a:prstGeom>
          <a:ln w="12700">
            <a:miter lim="400000"/>
          </a:ln>
        </p:spPr>
      </p:pic>
      <p:sp>
        <p:nvSpPr>
          <p:cNvPr id="476" name="A new generation…"/>
          <p:cNvSpPr txBox="1"/>
          <p:nvPr/>
        </p:nvSpPr>
        <p:spPr>
          <a:xfrm>
            <a:off x="6517835" y="3292353"/>
            <a:ext cx="5864022" cy="6617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20" rIns="45719" bIns="45720" anchor="t">
            <a:spAutoFit/>
          </a:bodyPr>
          <a:lstStyle/>
          <a:p>
            <a:pPr algn="ctr" defTabSz="457200">
              <a:defRPr sz="3700">
                <a:solidFill>
                  <a:srgbClr val="FFFFFF"/>
                </a:solidFill>
                <a:latin typeface="Myriad Pro Semibold"/>
                <a:ea typeface="Myriad Pro Semibold"/>
                <a:cs typeface="Myriad Pro Semibold"/>
                <a:sym typeface="Myriad Pro Semibold"/>
              </a:defRPr>
            </a:pPr>
            <a:r>
              <a:rPr lang="tr-TR" b="1" dirty="0" err="1">
                <a:solidFill>
                  <a:schemeClr val="bg1"/>
                </a:solidFill>
                <a:latin typeface="Microsoft YaHei"/>
              </a:rPr>
              <a:t>Result</a:t>
            </a:r>
            <a:endParaRPr b="1" dirty="0">
              <a:solidFill>
                <a:schemeClr val="bg1"/>
              </a:solidFill>
              <a:latin typeface="Microsoft YaHei"/>
            </a:endParaRPr>
          </a:p>
        </p:txBody>
      </p:sp>
    </p:spTree>
    <p:extLst>
      <p:ext uri="{BB962C8B-B14F-4D97-AF65-F5344CB8AC3E}">
        <p14:creationId xmlns:p14="http://schemas.microsoft.com/office/powerpoint/2010/main" val="177953004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640854" y="2951018"/>
            <a:ext cx="8007631" cy="3173252"/>
          </a:xfrm>
          <a:prstGeom prst="rect">
            <a:avLst/>
          </a:prstGeom>
        </p:spPr>
        <p:txBody>
          <a:bodyPr lIns="45719" tIns="45720" rIns="45719" bIns="45720" anchor="ctr">
            <a:normAutofit/>
          </a:bodyPr>
          <a:lstStyle/>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Showcase the results of your project here.</a:t>
            </a: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a:p>
            <a:pPr>
              <a:lnSpc>
                <a:spcPct val="100000"/>
              </a:lnSpc>
              <a:defRPr sz="1400">
                <a:solidFill>
                  <a:srgbClr val="000000"/>
                </a:solidFill>
                <a:latin typeface="Merriweather Sans Light"/>
                <a:ea typeface="Merriweather Sans Light"/>
                <a:cs typeface="Merriweather Sans Light"/>
                <a:sym typeface="Merriweather Sans Light"/>
              </a:defRPr>
            </a:pPr>
            <a:endParaRPr lang="en-US" sz="1600" dirty="0">
              <a:latin typeface="Microsoft YaHei Light"/>
            </a:endParaRPr>
          </a:p>
        </p:txBody>
      </p:sp>
      <p:sp>
        <p:nvSpPr>
          <p:cNvPr id="492" name="Rectangle"/>
          <p:cNvSpPr/>
          <p:nvPr/>
        </p:nvSpPr>
        <p:spPr>
          <a:xfrm>
            <a:off x="698305" y="2253235"/>
            <a:ext cx="4289331" cy="619598"/>
          </a:xfrm>
          <a:prstGeom prst="rect">
            <a:avLst/>
          </a:prstGeom>
          <a:solidFill>
            <a:srgbClr val="FE2E45"/>
          </a:solidFill>
          <a:ln w="12700">
            <a:miter lim="400000"/>
          </a:ln>
        </p:spPr>
        <p:txBody>
          <a:bodyPr lIns="45719" rIns="45719" anchor="ctr"/>
          <a:lstStyle/>
          <a:p>
            <a:endParaRPr/>
          </a:p>
        </p:txBody>
      </p:sp>
      <p:sp>
        <p:nvSpPr>
          <p:cNvPr id="493" name="Title 1"/>
          <p:cNvSpPr txBox="1">
            <a:spLocks noGrp="1"/>
          </p:cNvSpPr>
          <p:nvPr>
            <p:ph type="title"/>
          </p:nvPr>
        </p:nvSpPr>
        <p:spPr>
          <a:xfrm>
            <a:off x="640854" y="1629976"/>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Evaluation </a:t>
            </a:r>
            <a:r>
              <a:rPr lang="tr-TR" sz="3350" b="1" dirty="0" err="1">
                <a:solidFill>
                  <a:schemeClr val="bg1"/>
                </a:solidFill>
                <a:latin typeface="Microsoft YaHei"/>
                <a:ea typeface="Merriweather Sans Regular ExtraBold"/>
                <a:cs typeface="Merriweather Sans Regular ExtraBold"/>
              </a:rPr>
              <a:t>Results</a:t>
            </a:r>
            <a:endParaRPr lang="tr-TR" sz="3350" b="1" dirty="0">
              <a:solidFill>
                <a:schemeClr val="bg1"/>
              </a:solidFill>
              <a:latin typeface="Microsoft YaHei"/>
              <a:ea typeface="Merriweather Sans Regular ExtraBold"/>
              <a:cs typeface="Merriweather Sans Regular ExtraBold"/>
            </a:endParaRPr>
          </a:p>
        </p:txBody>
      </p:sp>
      <p:pic>
        <p:nvPicPr>
          <p:cNvPr id="12" name="Image" descr="Image">
            <a:extLst>
              <a:ext uri="{FF2B5EF4-FFF2-40B4-BE49-F238E27FC236}">
                <a16:creationId xmlns:a16="http://schemas.microsoft.com/office/drawing/2014/main" id="{527B033D-58DE-C2AD-9182-2E91C466827D}"/>
              </a:ext>
            </a:extLst>
          </p:cNvPr>
          <p:cNvPicPr>
            <a:picLocks noChangeAspect="1"/>
          </p:cNvPicPr>
          <p:nvPr/>
        </p:nvPicPr>
        <p:blipFill>
          <a:blip r:embed="rId3"/>
          <a:stretch>
            <a:fillRect/>
          </a:stretch>
        </p:blipFill>
        <p:spPr>
          <a:xfrm>
            <a:off x="461654" y="502466"/>
            <a:ext cx="1934776" cy="153113"/>
          </a:xfrm>
          <a:prstGeom prst="rect">
            <a:avLst/>
          </a:prstGeom>
          <a:ln w="12700">
            <a:miter lim="400000"/>
          </a:ln>
        </p:spPr>
      </p:pic>
      <p:grpSp>
        <p:nvGrpSpPr>
          <p:cNvPr id="2" name="Group 1">
            <a:extLst>
              <a:ext uri="{FF2B5EF4-FFF2-40B4-BE49-F238E27FC236}">
                <a16:creationId xmlns:a16="http://schemas.microsoft.com/office/drawing/2014/main" id="{787CC85C-9605-11A6-85A7-8A7034F84D95}"/>
              </a:ext>
            </a:extLst>
          </p:cNvPr>
          <p:cNvGrpSpPr/>
          <p:nvPr/>
        </p:nvGrpSpPr>
        <p:grpSpPr>
          <a:xfrm>
            <a:off x="8396929" y="180373"/>
            <a:ext cx="3292787" cy="729780"/>
            <a:chOff x="8396929" y="180373"/>
            <a:chExt cx="3292787" cy="729780"/>
          </a:xfrm>
        </p:grpSpPr>
        <p:pic>
          <p:nvPicPr>
            <p:cNvPr id="14" name="Picture 13" descr="Picture 7">
              <a:extLst>
                <a:ext uri="{FF2B5EF4-FFF2-40B4-BE49-F238E27FC236}">
                  <a16:creationId xmlns:a16="http://schemas.microsoft.com/office/drawing/2014/main" id="{73CA5DA9-18E2-6441-B52B-1779AAE59F4E}"/>
                </a:ext>
              </a:extLst>
            </p:cNvPr>
            <p:cNvPicPr>
              <a:picLocks noChangeAspect="1"/>
            </p:cNvPicPr>
            <p:nvPr/>
          </p:nvPicPr>
          <p:blipFill>
            <a:blip r:embed="rId4"/>
            <a:stretch>
              <a:fillRect/>
            </a:stretch>
          </p:blipFill>
          <p:spPr>
            <a:xfrm>
              <a:off x="10148289" y="284959"/>
              <a:ext cx="1053632" cy="520606"/>
            </a:xfrm>
            <a:prstGeom prst="rect">
              <a:avLst/>
            </a:prstGeom>
            <a:ln w="12700" cap="flat">
              <a:noFill/>
              <a:miter lim="400000"/>
            </a:ln>
            <a:effectLst/>
          </p:spPr>
        </p:pic>
        <p:pic>
          <p:nvPicPr>
            <p:cNvPr id="15" name="Picture 14" descr="Picture 9">
              <a:extLst>
                <a:ext uri="{FF2B5EF4-FFF2-40B4-BE49-F238E27FC236}">
                  <a16:creationId xmlns:a16="http://schemas.microsoft.com/office/drawing/2014/main" id="{2432F4F4-2404-927D-ADE3-04176DA31250}"/>
                </a:ext>
              </a:extLst>
            </p:cNvPr>
            <p:cNvPicPr>
              <a:picLocks noChangeAspect="1"/>
            </p:cNvPicPr>
            <p:nvPr/>
          </p:nvPicPr>
          <p:blipFill>
            <a:blip r:embed="rId5"/>
            <a:stretch>
              <a:fillRect/>
            </a:stretch>
          </p:blipFill>
          <p:spPr>
            <a:xfrm>
              <a:off x="9200391" y="225891"/>
              <a:ext cx="823093" cy="627822"/>
            </a:xfrm>
            <a:prstGeom prst="rect">
              <a:avLst/>
            </a:prstGeom>
            <a:ln w="12700" cap="flat">
              <a:noFill/>
              <a:miter lim="400000"/>
            </a:ln>
            <a:effectLst/>
          </p:spPr>
        </p:pic>
        <p:pic>
          <p:nvPicPr>
            <p:cNvPr id="16" name="pasted-movie.png">
              <a:extLst>
                <a:ext uri="{FF2B5EF4-FFF2-40B4-BE49-F238E27FC236}">
                  <a16:creationId xmlns:a16="http://schemas.microsoft.com/office/drawing/2014/main" id="{A19410C1-D3A7-317B-D39E-DA1841D4DCF4}"/>
                </a:ext>
              </a:extLst>
            </p:cNvPr>
            <p:cNvPicPr>
              <a:picLocks noChangeAspect="1"/>
            </p:cNvPicPr>
            <p:nvPr/>
          </p:nvPicPr>
          <p:blipFill>
            <a:blip r:embed="rId6"/>
            <a:srcRect/>
            <a:stretch>
              <a:fillRect/>
            </a:stretch>
          </p:blipFill>
          <p:spPr>
            <a:xfrm>
              <a:off x="11333350" y="180373"/>
              <a:ext cx="356366" cy="729780"/>
            </a:xfrm>
            <a:prstGeom prst="rect">
              <a:avLst/>
            </a:prstGeom>
            <a:ln w="12700" cap="flat">
              <a:noFill/>
              <a:miter lim="400000"/>
            </a:ln>
            <a:effectLst/>
          </p:spPr>
        </p:pic>
        <p:pic>
          <p:nvPicPr>
            <p:cNvPr id="17" name="pasted-movie.png">
              <a:extLst>
                <a:ext uri="{FF2B5EF4-FFF2-40B4-BE49-F238E27FC236}">
                  <a16:creationId xmlns:a16="http://schemas.microsoft.com/office/drawing/2014/main" id="{729A8509-CD14-D22C-8BCC-350A11E998D7}"/>
                </a:ext>
              </a:extLst>
            </p:cNvPr>
            <p:cNvPicPr>
              <a:picLocks noChangeAspect="1"/>
            </p:cNvPicPr>
            <p:nvPr/>
          </p:nvPicPr>
          <p:blipFill>
            <a:blip r:embed="rId7"/>
            <a:srcRect l="13941" t="19365" r="13941" b="19365"/>
            <a:stretch>
              <a:fillRect/>
            </a:stretch>
          </p:blipFill>
          <p:spPr>
            <a:xfrm>
              <a:off x="8396929" y="225891"/>
              <a:ext cx="672033" cy="576141"/>
            </a:xfrm>
            <a:prstGeom prst="rect">
              <a:avLst/>
            </a:prstGeom>
            <a:ln w="12700" cap="flat">
              <a:noFill/>
              <a:miter lim="400000"/>
            </a:ln>
            <a:effectLst/>
          </p:spPr>
        </p:pic>
      </p:gr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pic>
        <p:nvPicPr>
          <p:cNvPr id="4" name="Picture 3">
            <a:extLst>
              <a:ext uri="{FF2B5EF4-FFF2-40B4-BE49-F238E27FC236}">
                <a16:creationId xmlns:a16="http://schemas.microsoft.com/office/drawing/2014/main" id="{967E5798-18AB-4D1A-B8C0-A43F251F151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98305" y="3337663"/>
            <a:ext cx="6386311" cy="3070837"/>
          </a:xfrm>
          <a:prstGeom prst="rect">
            <a:avLst/>
          </a:prstGeom>
        </p:spPr>
      </p:pic>
    </p:spTree>
    <p:extLst>
      <p:ext uri="{BB962C8B-B14F-4D97-AF65-F5344CB8AC3E}">
        <p14:creationId xmlns:p14="http://schemas.microsoft.com/office/powerpoint/2010/main" val="382493992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Rectangle"/>
          <p:cNvSpPr/>
          <p:nvPr/>
        </p:nvSpPr>
        <p:spPr>
          <a:xfrm>
            <a:off x="-5486292" y="1322899"/>
            <a:ext cx="12203767" cy="5535101"/>
          </a:xfrm>
          <a:prstGeom prst="rect">
            <a:avLst/>
          </a:prstGeom>
          <a:solidFill>
            <a:srgbClr val="4617DE"/>
          </a:solidFill>
          <a:ln w="12700">
            <a:solidFill>
              <a:srgbClr val="4617DE"/>
            </a:solidFill>
            <a:miter lim="400000"/>
          </a:ln>
        </p:spPr>
        <p:txBody>
          <a:bodyPr lIns="45719" rIns="45719" anchor="ctr"/>
          <a:lstStyle/>
          <a:p>
            <a:endParaRPr/>
          </a:p>
        </p:txBody>
      </p:sp>
      <p:pic>
        <p:nvPicPr>
          <p:cNvPr id="469" name="Picture 7" descr="Picture 7"/>
          <p:cNvPicPr>
            <a:picLocks noChangeAspect="1"/>
          </p:cNvPicPr>
          <p:nvPr/>
        </p:nvPicPr>
        <p:blipFill>
          <a:blip r:embed="rId2"/>
          <a:stretch>
            <a:fillRect/>
          </a:stretch>
        </p:blipFill>
        <p:spPr>
          <a:xfrm>
            <a:off x="10091332" y="387946"/>
            <a:ext cx="1172345" cy="572571"/>
          </a:xfrm>
          <a:prstGeom prst="rect">
            <a:avLst/>
          </a:prstGeom>
          <a:ln w="12700">
            <a:miter lim="400000"/>
          </a:ln>
        </p:spPr>
      </p:pic>
      <p:pic>
        <p:nvPicPr>
          <p:cNvPr id="470" name="Picture 9" descr="Picture 9"/>
          <p:cNvPicPr>
            <a:picLocks noChangeAspect="1"/>
          </p:cNvPicPr>
          <p:nvPr/>
        </p:nvPicPr>
        <p:blipFill>
          <a:blip r:embed="rId3"/>
          <a:stretch>
            <a:fillRect/>
          </a:stretch>
        </p:blipFill>
        <p:spPr>
          <a:xfrm>
            <a:off x="8970126" y="295810"/>
            <a:ext cx="959441" cy="733788"/>
          </a:xfrm>
          <a:prstGeom prst="rect">
            <a:avLst/>
          </a:prstGeom>
          <a:ln w="12700">
            <a:miter lim="400000"/>
          </a:ln>
        </p:spPr>
      </p:pic>
      <p:pic>
        <p:nvPicPr>
          <p:cNvPr id="471" name="pasted-movie.png" descr="pasted-movie.png"/>
          <p:cNvPicPr>
            <a:picLocks noChangeAspect="1"/>
          </p:cNvPicPr>
          <p:nvPr/>
        </p:nvPicPr>
        <p:blipFill>
          <a:blip r:embed="rId4"/>
          <a:stretch>
            <a:fillRect/>
          </a:stretch>
        </p:blipFill>
        <p:spPr>
          <a:xfrm>
            <a:off x="11474078" y="103953"/>
            <a:ext cx="526003" cy="1065320"/>
          </a:xfrm>
          <a:prstGeom prst="rect">
            <a:avLst/>
          </a:prstGeom>
          <a:ln w="12700">
            <a:miter lim="400000"/>
          </a:ln>
        </p:spPr>
      </p:pic>
      <p:pic>
        <p:nvPicPr>
          <p:cNvPr id="472" name="pasted-movie.png" descr="pasted-movie.png"/>
          <p:cNvPicPr>
            <a:picLocks noChangeAspect="1"/>
          </p:cNvPicPr>
          <p:nvPr/>
        </p:nvPicPr>
        <p:blipFill>
          <a:blip r:embed="rId5"/>
          <a:srcRect l="13941" t="19365" r="13941" b="19365"/>
          <a:stretch>
            <a:fillRect/>
          </a:stretch>
        </p:blipFill>
        <p:spPr>
          <a:xfrm>
            <a:off x="7968564" y="251012"/>
            <a:ext cx="907559" cy="771035"/>
          </a:xfrm>
          <a:prstGeom prst="rect">
            <a:avLst/>
          </a:prstGeom>
          <a:ln w="12700">
            <a:miter lim="400000"/>
          </a:ln>
        </p:spPr>
      </p:pic>
      <p:pic>
        <p:nvPicPr>
          <p:cNvPr id="474" name="Image" descr="Image"/>
          <p:cNvPicPr>
            <a:picLocks noChangeAspect="1"/>
          </p:cNvPicPr>
          <p:nvPr/>
        </p:nvPicPr>
        <p:blipFill rotWithShape="1">
          <a:blip r:embed="rId6"/>
          <a:srcRect l="1000" r="13538" b="33964"/>
          <a:stretch/>
        </p:blipFill>
        <p:spPr>
          <a:xfrm>
            <a:off x="10008652" y="5282070"/>
            <a:ext cx="2250548" cy="1597284"/>
          </a:xfrm>
          <a:prstGeom prst="rect">
            <a:avLst/>
          </a:prstGeom>
          <a:ln w="12700">
            <a:miter lim="400000"/>
          </a:ln>
        </p:spPr>
      </p:pic>
      <p:pic>
        <p:nvPicPr>
          <p:cNvPr id="475" name="Image" descr="Image"/>
          <p:cNvPicPr>
            <a:picLocks noChangeAspect="1"/>
          </p:cNvPicPr>
          <p:nvPr/>
        </p:nvPicPr>
        <p:blipFill>
          <a:blip r:embed="rId7"/>
          <a:stretch>
            <a:fillRect/>
          </a:stretch>
        </p:blipFill>
        <p:spPr>
          <a:xfrm>
            <a:off x="1380497" y="2051146"/>
            <a:ext cx="4240770" cy="4117181"/>
          </a:xfrm>
          <a:prstGeom prst="rect">
            <a:avLst/>
          </a:prstGeom>
          <a:ln w="12700">
            <a:miter lim="400000"/>
          </a:ln>
        </p:spPr>
      </p:pic>
      <p:sp>
        <p:nvSpPr>
          <p:cNvPr id="476" name="A new generation…"/>
          <p:cNvSpPr txBox="1"/>
          <p:nvPr/>
        </p:nvSpPr>
        <p:spPr>
          <a:xfrm>
            <a:off x="6517835" y="3292353"/>
            <a:ext cx="5864022" cy="6617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20" rIns="45719" bIns="45720" anchor="t">
            <a:spAutoFit/>
          </a:bodyPr>
          <a:lstStyle/>
          <a:p>
            <a:pPr algn="ctr" defTabSz="457200">
              <a:defRPr sz="3700">
                <a:solidFill>
                  <a:srgbClr val="FFFFFF"/>
                </a:solidFill>
                <a:latin typeface="Myriad Pro Semibold"/>
                <a:ea typeface="Myriad Pro Semibold"/>
                <a:cs typeface="Myriad Pro Semibold"/>
                <a:sym typeface="Myriad Pro Semibold"/>
              </a:defRPr>
            </a:pPr>
            <a:r>
              <a:rPr lang="tr-TR" b="1" dirty="0">
                <a:solidFill>
                  <a:schemeClr val="bg1"/>
                </a:solidFill>
                <a:latin typeface="Microsoft YaHei"/>
              </a:rPr>
              <a:t>Deployment</a:t>
            </a:r>
            <a:endParaRPr b="1" dirty="0">
              <a:solidFill>
                <a:schemeClr val="bg1"/>
              </a:solidFill>
              <a:latin typeface="Microsoft YaHei"/>
            </a:endParaRPr>
          </a:p>
        </p:txBody>
      </p:sp>
    </p:spTree>
    <p:extLst>
      <p:ext uri="{BB962C8B-B14F-4D97-AF65-F5344CB8AC3E}">
        <p14:creationId xmlns:p14="http://schemas.microsoft.com/office/powerpoint/2010/main" val="389921533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640854" y="2951018"/>
            <a:ext cx="8007631" cy="3173252"/>
          </a:xfrm>
          <a:prstGeom prst="rect">
            <a:avLst/>
          </a:prstGeom>
        </p:spPr>
        <p:txBody>
          <a:bodyPr lIns="45719" tIns="45720" rIns="45719" bIns="45720" anchor="ctr">
            <a:normAutofit fontScale="92500" lnSpcReduction="10000"/>
          </a:bodyPr>
          <a:lstStyle/>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Overview of the deployment phase​</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The deployment phase of the energy consumption prediction model focuses on integrating the trained machine learning model into real-world applications. Once the model is trained and evaluated, it can be deployed to forecast energy consumption in real-time or for future periods</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Despite the challenges, the deployment phase can be revisited once data quality improves and modern energy infrastructure is in place. In the meantime, collaborating with local authorities to improve data collection processes or pilot projects in specific regions could be a possible approach for future implementation.</a:t>
            </a:r>
          </a:p>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Model serialization, serving, and API integration​</a:t>
            </a:r>
          </a:p>
          <a:p>
            <a:pPr lvl="1">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Once deployment stage is done we can then do many more with the model like integrating API, and different kind of serving.</a:t>
            </a:r>
          </a:p>
        </p:txBody>
      </p:sp>
      <p:sp>
        <p:nvSpPr>
          <p:cNvPr id="492" name="Rectangle"/>
          <p:cNvSpPr/>
          <p:nvPr/>
        </p:nvSpPr>
        <p:spPr>
          <a:xfrm>
            <a:off x="698305" y="2253235"/>
            <a:ext cx="4289331" cy="619598"/>
          </a:xfrm>
          <a:prstGeom prst="rect">
            <a:avLst/>
          </a:prstGeom>
          <a:solidFill>
            <a:srgbClr val="FE2E45"/>
          </a:solidFill>
          <a:ln w="12700">
            <a:miter lim="400000"/>
          </a:ln>
        </p:spPr>
        <p:txBody>
          <a:bodyPr lIns="45719" rIns="45719" anchor="ctr"/>
          <a:lstStyle/>
          <a:p>
            <a:endParaRPr/>
          </a:p>
        </p:txBody>
      </p:sp>
      <p:sp>
        <p:nvSpPr>
          <p:cNvPr id="493" name="Title 1"/>
          <p:cNvSpPr txBox="1">
            <a:spLocks noGrp="1"/>
          </p:cNvSpPr>
          <p:nvPr>
            <p:ph type="title"/>
          </p:nvPr>
        </p:nvSpPr>
        <p:spPr>
          <a:xfrm>
            <a:off x="640854" y="1629976"/>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a:solidFill>
                  <a:schemeClr val="bg1"/>
                </a:solidFill>
                <a:latin typeface="Microsoft YaHei"/>
                <a:ea typeface="Merriweather Sans Regular ExtraBold"/>
                <a:cs typeface="Merriweather Sans Regular ExtraBold"/>
              </a:rPr>
              <a:t>Deployment</a:t>
            </a:r>
          </a:p>
        </p:txBody>
      </p:sp>
      <p:pic>
        <p:nvPicPr>
          <p:cNvPr id="12" name="Image" descr="Image">
            <a:extLst>
              <a:ext uri="{FF2B5EF4-FFF2-40B4-BE49-F238E27FC236}">
                <a16:creationId xmlns:a16="http://schemas.microsoft.com/office/drawing/2014/main" id="{527B033D-58DE-C2AD-9182-2E91C466827D}"/>
              </a:ext>
            </a:extLst>
          </p:cNvPr>
          <p:cNvPicPr>
            <a:picLocks noChangeAspect="1"/>
          </p:cNvPicPr>
          <p:nvPr/>
        </p:nvPicPr>
        <p:blipFill>
          <a:blip r:embed="rId3"/>
          <a:stretch>
            <a:fillRect/>
          </a:stretch>
        </p:blipFill>
        <p:spPr>
          <a:xfrm>
            <a:off x="461654" y="502466"/>
            <a:ext cx="1934776" cy="153113"/>
          </a:xfrm>
          <a:prstGeom prst="rect">
            <a:avLst/>
          </a:prstGeom>
          <a:ln w="12700">
            <a:miter lim="400000"/>
          </a:ln>
        </p:spPr>
      </p:pic>
      <p:grpSp>
        <p:nvGrpSpPr>
          <p:cNvPr id="2" name="Group 1">
            <a:extLst>
              <a:ext uri="{FF2B5EF4-FFF2-40B4-BE49-F238E27FC236}">
                <a16:creationId xmlns:a16="http://schemas.microsoft.com/office/drawing/2014/main" id="{787CC85C-9605-11A6-85A7-8A7034F84D95}"/>
              </a:ext>
            </a:extLst>
          </p:cNvPr>
          <p:cNvGrpSpPr/>
          <p:nvPr/>
        </p:nvGrpSpPr>
        <p:grpSpPr>
          <a:xfrm>
            <a:off x="8396929" y="180373"/>
            <a:ext cx="3292787" cy="729780"/>
            <a:chOff x="8396929" y="180373"/>
            <a:chExt cx="3292787" cy="729780"/>
          </a:xfrm>
        </p:grpSpPr>
        <p:pic>
          <p:nvPicPr>
            <p:cNvPr id="14" name="Picture 13" descr="Picture 7">
              <a:extLst>
                <a:ext uri="{FF2B5EF4-FFF2-40B4-BE49-F238E27FC236}">
                  <a16:creationId xmlns:a16="http://schemas.microsoft.com/office/drawing/2014/main" id="{73CA5DA9-18E2-6441-B52B-1779AAE59F4E}"/>
                </a:ext>
              </a:extLst>
            </p:cNvPr>
            <p:cNvPicPr>
              <a:picLocks noChangeAspect="1"/>
            </p:cNvPicPr>
            <p:nvPr/>
          </p:nvPicPr>
          <p:blipFill>
            <a:blip r:embed="rId4"/>
            <a:stretch>
              <a:fillRect/>
            </a:stretch>
          </p:blipFill>
          <p:spPr>
            <a:xfrm>
              <a:off x="10148289" y="284959"/>
              <a:ext cx="1053632" cy="520606"/>
            </a:xfrm>
            <a:prstGeom prst="rect">
              <a:avLst/>
            </a:prstGeom>
            <a:ln w="12700" cap="flat">
              <a:noFill/>
              <a:miter lim="400000"/>
            </a:ln>
            <a:effectLst/>
          </p:spPr>
        </p:pic>
        <p:pic>
          <p:nvPicPr>
            <p:cNvPr id="15" name="Picture 14" descr="Picture 9">
              <a:extLst>
                <a:ext uri="{FF2B5EF4-FFF2-40B4-BE49-F238E27FC236}">
                  <a16:creationId xmlns:a16="http://schemas.microsoft.com/office/drawing/2014/main" id="{2432F4F4-2404-927D-ADE3-04176DA31250}"/>
                </a:ext>
              </a:extLst>
            </p:cNvPr>
            <p:cNvPicPr>
              <a:picLocks noChangeAspect="1"/>
            </p:cNvPicPr>
            <p:nvPr/>
          </p:nvPicPr>
          <p:blipFill>
            <a:blip r:embed="rId5"/>
            <a:stretch>
              <a:fillRect/>
            </a:stretch>
          </p:blipFill>
          <p:spPr>
            <a:xfrm>
              <a:off x="9200391" y="225891"/>
              <a:ext cx="823093" cy="627822"/>
            </a:xfrm>
            <a:prstGeom prst="rect">
              <a:avLst/>
            </a:prstGeom>
            <a:ln w="12700" cap="flat">
              <a:noFill/>
              <a:miter lim="400000"/>
            </a:ln>
            <a:effectLst/>
          </p:spPr>
        </p:pic>
        <p:pic>
          <p:nvPicPr>
            <p:cNvPr id="16" name="pasted-movie.png">
              <a:extLst>
                <a:ext uri="{FF2B5EF4-FFF2-40B4-BE49-F238E27FC236}">
                  <a16:creationId xmlns:a16="http://schemas.microsoft.com/office/drawing/2014/main" id="{A19410C1-D3A7-317B-D39E-DA1841D4DCF4}"/>
                </a:ext>
              </a:extLst>
            </p:cNvPr>
            <p:cNvPicPr>
              <a:picLocks noChangeAspect="1"/>
            </p:cNvPicPr>
            <p:nvPr/>
          </p:nvPicPr>
          <p:blipFill>
            <a:blip r:embed="rId6"/>
            <a:srcRect/>
            <a:stretch>
              <a:fillRect/>
            </a:stretch>
          </p:blipFill>
          <p:spPr>
            <a:xfrm>
              <a:off x="11333350" y="180373"/>
              <a:ext cx="356366" cy="729780"/>
            </a:xfrm>
            <a:prstGeom prst="rect">
              <a:avLst/>
            </a:prstGeom>
            <a:ln w="12700" cap="flat">
              <a:noFill/>
              <a:miter lim="400000"/>
            </a:ln>
            <a:effectLst/>
          </p:spPr>
        </p:pic>
        <p:pic>
          <p:nvPicPr>
            <p:cNvPr id="17" name="pasted-movie.png">
              <a:extLst>
                <a:ext uri="{FF2B5EF4-FFF2-40B4-BE49-F238E27FC236}">
                  <a16:creationId xmlns:a16="http://schemas.microsoft.com/office/drawing/2014/main" id="{729A8509-CD14-D22C-8BCC-350A11E998D7}"/>
                </a:ext>
              </a:extLst>
            </p:cNvPr>
            <p:cNvPicPr>
              <a:picLocks noChangeAspect="1"/>
            </p:cNvPicPr>
            <p:nvPr/>
          </p:nvPicPr>
          <p:blipFill>
            <a:blip r:embed="rId7"/>
            <a:srcRect l="13941" t="19365" r="13941" b="19365"/>
            <a:stretch>
              <a:fillRect/>
            </a:stretch>
          </p:blipFill>
          <p:spPr>
            <a:xfrm>
              <a:off x="8396929" y="225891"/>
              <a:ext cx="672033" cy="576141"/>
            </a:xfrm>
            <a:prstGeom prst="rect">
              <a:avLst/>
            </a:prstGeom>
            <a:ln w="12700" cap="flat">
              <a:noFill/>
              <a:miter lim="400000"/>
            </a:ln>
            <a:effectLst/>
          </p:spPr>
        </p:pic>
      </p:gr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spTree>
    <p:extLst>
      <p:ext uri="{BB962C8B-B14F-4D97-AF65-F5344CB8AC3E}">
        <p14:creationId xmlns:p14="http://schemas.microsoft.com/office/powerpoint/2010/main" val="235082688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Content Placeholder 2"/>
          <p:cNvSpPr txBox="1">
            <a:spLocks noGrp="1"/>
          </p:cNvSpPr>
          <p:nvPr>
            <p:ph type="body" sz="quarter" idx="1"/>
          </p:nvPr>
        </p:nvSpPr>
        <p:spPr>
          <a:xfrm>
            <a:off x="640854" y="2951018"/>
            <a:ext cx="8007631" cy="3173252"/>
          </a:xfrm>
          <a:prstGeom prst="rect">
            <a:avLst/>
          </a:prstGeom>
        </p:spPr>
        <p:txBody>
          <a:bodyPr lIns="45719" tIns="45720" rIns="45719" bIns="45720" anchor="ctr">
            <a:normAutofit/>
          </a:bodyPr>
          <a:lstStyle/>
          <a:p>
            <a:pPr>
              <a:lnSpc>
                <a:spcPct val="100000"/>
              </a:lnSpc>
              <a:defRPr sz="1400">
                <a:solidFill>
                  <a:srgbClr val="000000"/>
                </a:solidFill>
                <a:latin typeface="Merriweather Sans Light"/>
                <a:ea typeface="Merriweather Sans Light"/>
                <a:cs typeface="Merriweather Sans Light"/>
                <a:sym typeface="Merriweather Sans Light"/>
              </a:defRPr>
            </a:pPr>
            <a:r>
              <a:rPr lang="en-US" sz="1600" dirty="0">
                <a:latin typeface="Microsoft YaHei Light"/>
              </a:rPr>
              <a:t>For now the model is prepared and working for future stage we will do our best to discuses this with authorities for better data collection and infrastructures for this model to build it as a real work project.</a:t>
            </a:r>
            <a:endParaRPr sz="1600" dirty="0">
              <a:latin typeface="Microsoft YaHei Light"/>
            </a:endParaRPr>
          </a:p>
        </p:txBody>
      </p:sp>
      <p:sp>
        <p:nvSpPr>
          <p:cNvPr id="492" name="Rectangle"/>
          <p:cNvSpPr/>
          <p:nvPr/>
        </p:nvSpPr>
        <p:spPr>
          <a:xfrm>
            <a:off x="698305" y="2253235"/>
            <a:ext cx="4289331" cy="619598"/>
          </a:xfrm>
          <a:prstGeom prst="rect">
            <a:avLst/>
          </a:prstGeom>
          <a:solidFill>
            <a:srgbClr val="FE2E45"/>
          </a:solidFill>
          <a:ln w="12700">
            <a:miter lim="400000"/>
          </a:ln>
        </p:spPr>
        <p:txBody>
          <a:bodyPr lIns="45719" rIns="45719" anchor="ctr"/>
          <a:lstStyle/>
          <a:p>
            <a:endParaRPr/>
          </a:p>
        </p:txBody>
      </p:sp>
      <p:sp>
        <p:nvSpPr>
          <p:cNvPr id="493" name="Title 1"/>
          <p:cNvSpPr txBox="1">
            <a:spLocks noGrp="1"/>
          </p:cNvSpPr>
          <p:nvPr>
            <p:ph type="title"/>
          </p:nvPr>
        </p:nvSpPr>
        <p:spPr>
          <a:xfrm>
            <a:off x="640854" y="1629976"/>
            <a:ext cx="7756075" cy="869546"/>
          </a:xfrm>
          <a:prstGeom prst="rect">
            <a:avLst/>
          </a:prstGeom>
        </p:spPr>
        <p:txBody>
          <a:bodyPr lIns="45719" tIns="45720" rIns="45719" bIns="45720" anchor="ctr">
            <a:normAutofit/>
          </a:bodyPr>
          <a:lstStyle/>
          <a:p>
            <a:pPr defTabSz="795527">
              <a:defRPr sz="3393">
                <a:solidFill>
                  <a:srgbClr val="383838"/>
                </a:solidFill>
                <a:latin typeface="Merriweather Sans Regular"/>
                <a:ea typeface="Merriweather Sans Regular"/>
                <a:cs typeface="Merriweather Sans Regular"/>
                <a:sym typeface="Merriweather Sans Regular"/>
              </a:defRPr>
            </a:pPr>
            <a:r>
              <a:rPr lang="tr-TR" sz="3350" b="1" dirty="0" err="1">
                <a:solidFill>
                  <a:schemeClr val="bg1"/>
                </a:solidFill>
                <a:latin typeface="Microsoft YaHei"/>
                <a:ea typeface="Merriweather Sans Regular ExtraBold"/>
                <a:cs typeface="Merriweather Sans Regular ExtraBold"/>
              </a:rPr>
              <a:t>Conclusion</a:t>
            </a:r>
            <a:r>
              <a:rPr lang="tr-TR" sz="3350" b="1" dirty="0">
                <a:solidFill>
                  <a:schemeClr val="bg1"/>
                </a:solidFill>
                <a:latin typeface="Microsoft YaHei"/>
                <a:ea typeface="Merriweather Sans Regular ExtraBold"/>
                <a:cs typeface="Merriweather Sans Regular ExtraBold"/>
              </a:rPr>
              <a:t> </a:t>
            </a:r>
            <a:r>
              <a:rPr lang="tr-TR" sz="3350" b="1" dirty="0" err="1">
                <a:solidFill>
                  <a:schemeClr val="bg1"/>
                </a:solidFill>
                <a:latin typeface="Microsoft YaHei"/>
                <a:ea typeface="Merriweather Sans Regular ExtraBold"/>
                <a:cs typeface="Merriweather Sans Regular ExtraBold"/>
              </a:rPr>
              <a:t>and</a:t>
            </a:r>
            <a:r>
              <a:rPr lang="tr-TR" sz="3350" b="1" dirty="0">
                <a:solidFill>
                  <a:schemeClr val="bg1"/>
                </a:solidFill>
                <a:latin typeface="Microsoft YaHei"/>
                <a:ea typeface="Merriweather Sans Regular ExtraBold"/>
                <a:cs typeface="Merriweather Sans Regular ExtraBold"/>
              </a:rPr>
              <a:t> </a:t>
            </a:r>
            <a:r>
              <a:rPr lang="tr-TR" sz="3350" b="1" dirty="0" err="1">
                <a:solidFill>
                  <a:schemeClr val="bg1"/>
                </a:solidFill>
                <a:latin typeface="Microsoft YaHei"/>
                <a:ea typeface="Merriweather Sans Regular ExtraBold"/>
                <a:cs typeface="Merriweather Sans Regular ExtraBold"/>
              </a:rPr>
              <a:t>Futurework</a:t>
            </a:r>
            <a:endParaRPr sz="3350" b="1" dirty="0">
              <a:solidFill>
                <a:schemeClr val="bg1"/>
              </a:solidFill>
              <a:latin typeface="Microsoft YaHei"/>
              <a:ea typeface="Merriweather Sans Regular ExtraBold"/>
              <a:cs typeface="Merriweather Sans Regular ExtraBold"/>
            </a:endParaRPr>
          </a:p>
        </p:txBody>
      </p:sp>
      <p:pic>
        <p:nvPicPr>
          <p:cNvPr id="12" name="Image" descr="Image">
            <a:extLst>
              <a:ext uri="{FF2B5EF4-FFF2-40B4-BE49-F238E27FC236}">
                <a16:creationId xmlns:a16="http://schemas.microsoft.com/office/drawing/2014/main" id="{527B033D-58DE-C2AD-9182-2E91C466827D}"/>
              </a:ext>
            </a:extLst>
          </p:cNvPr>
          <p:cNvPicPr>
            <a:picLocks noChangeAspect="1"/>
          </p:cNvPicPr>
          <p:nvPr/>
        </p:nvPicPr>
        <p:blipFill>
          <a:blip r:embed="rId3"/>
          <a:stretch>
            <a:fillRect/>
          </a:stretch>
        </p:blipFill>
        <p:spPr>
          <a:xfrm>
            <a:off x="461654" y="502466"/>
            <a:ext cx="1934776" cy="153113"/>
          </a:xfrm>
          <a:prstGeom prst="rect">
            <a:avLst/>
          </a:prstGeom>
          <a:ln w="12700">
            <a:miter lim="400000"/>
          </a:ln>
        </p:spPr>
      </p:pic>
      <p:grpSp>
        <p:nvGrpSpPr>
          <p:cNvPr id="2" name="Group 1">
            <a:extLst>
              <a:ext uri="{FF2B5EF4-FFF2-40B4-BE49-F238E27FC236}">
                <a16:creationId xmlns:a16="http://schemas.microsoft.com/office/drawing/2014/main" id="{787CC85C-9605-11A6-85A7-8A7034F84D95}"/>
              </a:ext>
            </a:extLst>
          </p:cNvPr>
          <p:cNvGrpSpPr/>
          <p:nvPr/>
        </p:nvGrpSpPr>
        <p:grpSpPr>
          <a:xfrm>
            <a:off x="8396929" y="180373"/>
            <a:ext cx="3292787" cy="729780"/>
            <a:chOff x="8396929" y="180373"/>
            <a:chExt cx="3292787" cy="729780"/>
          </a:xfrm>
        </p:grpSpPr>
        <p:pic>
          <p:nvPicPr>
            <p:cNvPr id="14" name="Picture 13" descr="Picture 7">
              <a:extLst>
                <a:ext uri="{FF2B5EF4-FFF2-40B4-BE49-F238E27FC236}">
                  <a16:creationId xmlns:a16="http://schemas.microsoft.com/office/drawing/2014/main" id="{73CA5DA9-18E2-6441-B52B-1779AAE59F4E}"/>
                </a:ext>
              </a:extLst>
            </p:cNvPr>
            <p:cNvPicPr>
              <a:picLocks noChangeAspect="1"/>
            </p:cNvPicPr>
            <p:nvPr/>
          </p:nvPicPr>
          <p:blipFill>
            <a:blip r:embed="rId4"/>
            <a:stretch>
              <a:fillRect/>
            </a:stretch>
          </p:blipFill>
          <p:spPr>
            <a:xfrm>
              <a:off x="10148289" y="284959"/>
              <a:ext cx="1053632" cy="520606"/>
            </a:xfrm>
            <a:prstGeom prst="rect">
              <a:avLst/>
            </a:prstGeom>
            <a:ln w="12700" cap="flat">
              <a:noFill/>
              <a:miter lim="400000"/>
            </a:ln>
            <a:effectLst/>
          </p:spPr>
        </p:pic>
        <p:pic>
          <p:nvPicPr>
            <p:cNvPr id="15" name="Picture 14" descr="Picture 9">
              <a:extLst>
                <a:ext uri="{FF2B5EF4-FFF2-40B4-BE49-F238E27FC236}">
                  <a16:creationId xmlns:a16="http://schemas.microsoft.com/office/drawing/2014/main" id="{2432F4F4-2404-927D-ADE3-04176DA31250}"/>
                </a:ext>
              </a:extLst>
            </p:cNvPr>
            <p:cNvPicPr>
              <a:picLocks noChangeAspect="1"/>
            </p:cNvPicPr>
            <p:nvPr/>
          </p:nvPicPr>
          <p:blipFill>
            <a:blip r:embed="rId5"/>
            <a:stretch>
              <a:fillRect/>
            </a:stretch>
          </p:blipFill>
          <p:spPr>
            <a:xfrm>
              <a:off x="9200391" y="225891"/>
              <a:ext cx="823093" cy="627822"/>
            </a:xfrm>
            <a:prstGeom prst="rect">
              <a:avLst/>
            </a:prstGeom>
            <a:ln w="12700" cap="flat">
              <a:noFill/>
              <a:miter lim="400000"/>
            </a:ln>
            <a:effectLst/>
          </p:spPr>
        </p:pic>
        <p:pic>
          <p:nvPicPr>
            <p:cNvPr id="16" name="pasted-movie.png">
              <a:extLst>
                <a:ext uri="{FF2B5EF4-FFF2-40B4-BE49-F238E27FC236}">
                  <a16:creationId xmlns:a16="http://schemas.microsoft.com/office/drawing/2014/main" id="{A19410C1-D3A7-317B-D39E-DA1841D4DCF4}"/>
                </a:ext>
              </a:extLst>
            </p:cNvPr>
            <p:cNvPicPr>
              <a:picLocks noChangeAspect="1"/>
            </p:cNvPicPr>
            <p:nvPr/>
          </p:nvPicPr>
          <p:blipFill>
            <a:blip r:embed="rId6"/>
            <a:srcRect/>
            <a:stretch>
              <a:fillRect/>
            </a:stretch>
          </p:blipFill>
          <p:spPr>
            <a:xfrm>
              <a:off x="11333350" y="180373"/>
              <a:ext cx="356366" cy="729780"/>
            </a:xfrm>
            <a:prstGeom prst="rect">
              <a:avLst/>
            </a:prstGeom>
            <a:ln w="12700" cap="flat">
              <a:noFill/>
              <a:miter lim="400000"/>
            </a:ln>
            <a:effectLst/>
          </p:spPr>
        </p:pic>
        <p:pic>
          <p:nvPicPr>
            <p:cNvPr id="17" name="pasted-movie.png">
              <a:extLst>
                <a:ext uri="{FF2B5EF4-FFF2-40B4-BE49-F238E27FC236}">
                  <a16:creationId xmlns:a16="http://schemas.microsoft.com/office/drawing/2014/main" id="{729A8509-CD14-D22C-8BCC-350A11E998D7}"/>
                </a:ext>
              </a:extLst>
            </p:cNvPr>
            <p:cNvPicPr>
              <a:picLocks noChangeAspect="1"/>
            </p:cNvPicPr>
            <p:nvPr/>
          </p:nvPicPr>
          <p:blipFill>
            <a:blip r:embed="rId7"/>
            <a:srcRect l="13941" t="19365" r="13941" b="19365"/>
            <a:stretch>
              <a:fillRect/>
            </a:stretch>
          </p:blipFill>
          <p:spPr>
            <a:xfrm>
              <a:off x="8396929" y="225891"/>
              <a:ext cx="672033" cy="576141"/>
            </a:xfrm>
            <a:prstGeom prst="rect">
              <a:avLst/>
            </a:prstGeom>
            <a:ln w="12700" cap="flat">
              <a:noFill/>
              <a:miter lim="400000"/>
            </a:ln>
            <a:effectLst/>
          </p:spPr>
        </p:pic>
      </p:grpSp>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9E92D185-7A25-DC2F-D3F0-9DB8F9D96BE0}"/>
                  </a:ext>
                </a:extLst>
              </p14:cNvPr>
              <p14:cNvContentPartPr/>
              <p14:nvPr/>
            </p14:nvContentPartPr>
            <p14:xfrm>
              <a:off x="9907437" y="716254"/>
              <a:ext cx="13252" cy="13252"/>
            </p14:xfrm>
          </p:contentPart>
        </mc:Choice>
        <mc:Fallback xmlns="">
          <p:pic>
            <p:nvPicPr>
              <p:cNvPr id="20" name="Ink 19">
                <a:extLst>
                  <a:ext uri="{FF2B5EF4-FFF2-40B4-BE49-F238E27FC236}">
                    <a16:creationId xmlns:a16="http://schemas.microsoft.com/office/drawing/2014/main" id="{9E92D185-7A25-DC2F-D3F0-9DB8F9D96BE0}"/>
                  </a:ext>
                </a:extLst>
              </p:cNvPr>
              <p:cNvPicPr/>
              <p:nvPr/>
            </p:nvPicPr>
            <p:blipFill>
              <a:blip r:embed="rId9"/>
              <a:stretch>
                <a:fillRect/>
              </a:stretch>
            </p:blipFill>
            <p:spPr>
              <a:xfrm>
                <a:off x="9244837" y="53654"/>
                <a:ext cx="1325200" cy="1325200"/>
              </a:xfrm>
              <a:prstGeom prst="rect">
                <a:avLst/>
              </a:prstGeom>
            </p:spPr>
          </p:pic>
        </mc:Fallback>
      </mc:AlternateContent>
      <p:sp>
        <p:nvSpPr>
          <p:cNvPr id="22" name="Rectangle">
            <a:extLst>
              <a:ext uri="{FF2B5EF4-FFF2-40B4-BE49-F238E27FC236}">
                <a16:creationId xmlns:a16="http://schemas.microsoft.com/office/drawing/2014/main" id="{6463E1D9-6206-CBC0-0B9A-EEBAB7E390DF}"/>
              </a:ext>
            </a:extLst>
          </p:cNvPr>
          <p:cNvSpPr/>
          <p:nvPr/>
        </p:nvSpPr>
        <p:spPr>
          <a:xfrm>
            <a:off x="-2720" y="6663074"/>
            <a:ext cx="12215534" cy="243885"/>
          </a:xfrm>
          <a:prstGeom prst="rect">
            <a:avLst/>
          </a:prstGeom>
          <a:solidFill>
            <a:srgbClr val="4617DE"/>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028AE68B-B221-AB76-7808-1E6D118D9DAC}"/>
                  </a:ext>
                </a:extLst>
              </p14:cNvPr>
              <p14:cNvContentPartPr/>
              <p14:nvPr/>
            </p14:nvContentPartPr>
            <p14:xfrm>
              <a:off x="1100137" y="565105"/>
              <a:ext cx="13252" cy="13252"/>
            </p14:xfrm>
          </p:contentPart>
        </mc:Choice>
        <mc:Fallback xmlns="">
          <p:pic>
            <p:nvPicPr>
              <p:cNvPr id="23" name="Ink 22">
                <a:extLst>
                  <a:ext uri="{FF2B5EF4-FFF2-40B4-BE49-F238E27FC236}">
                    <a16:creationId xmlns:a16="http://schemas.microsoft.com/office/drawing/2014/main" id="{028AE68B-B221-AB76-7808-1E6D118D9DAC}"/>
                  </a:ext>
                </a:extLst>
              </p:cNvPr>
              <p:cNvPicPr/>
              <p:nvPr/>
            </p:nvPicPr>
            <p:blipFill>
              <a:blip r:embed="rId11"/>
              <a:stretch>
                <a:fillRect/>
              </a:stretch>
            </p:blipFill>
            <p:spPr>
              <a:xfrm>
                <a:off x="879270" y="517776"/>
                <a:ext cx="450568" cy="106963"/>
              </a:xfrm>
              <a:prstGeom prst="rect">
                <a:avLst/>
              </a:prstGeom>
            </p:spPr>
          </p:pic>
        </mc:Fallback>
      </mc:AlternateContent>
    </p:spTree>
    <p:extLst>
      <p:ext uri="{BB962C8B-B14F-4D97-AF65-F5344CB8AC3E}">
        <p14:creationId xmlns:p14="http://schemas.microsoft.com/office/powerpoint/2010/main" val="204713953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 name="Rectangle"/>
          <p:cNvSpPr/>
          <p:nvPr/>
        </p:nvSpPr>
        <p:spPr>
          <a:xfrm>
            <a:off x="-11767" y="1343345"/>
            <a:ext cx="12215534" cy="5531503"/>
          </a:xfrm>
          <a:prstGeom prst="rect">
            <a:avLst/>
          </a:prstGeom>
          <a:solidFill>
            <a:srgbClr val="FE2E45"/>
          </a:solidFill>
          <a:ln w="12700">
            <a:miter lim="400000"/>
          </a:ln>
        </p:spPr>
        <p:txBody>
          <a:bodyPr lIns="45719" rIns="45719" anchor="ctr"/>
          <a:lstStyle/>
          <a:p>
            <a:endParaRPr/>
          </a:p>
        </p:txBody>
      </p:sp>
      <p:pic>
        <p:nvPicPr>
          <p:cNvPr id="659" name="Picture 7" descr="Picture 7"/>
          <p:cNvPicPr>
            <a:picLocks noChangeAspect="1"/>
          </p:cNvPicPr>
          <p:nvPr/>
        </p:nvPicPr>
        <p:blipFill>
          <a:blip r:embed="rId2"/>
          <a:stretch>
            <a:fillRect/>
          </a:stretch>
        </p:blipFill>
        <p:spPr>
          <a:xfrm>
            <a:off x="10091332" y="387946"/>
            <a:ext cx="1172345" cy="572571"/>
          </a:xfrm>
          <a:prstGeom prst="rect">
            <a:avLst/>
          </a:prstGeom>
          <a:ln w="12700">
            <a:miter lim="400000"/>
          </a:ln>
        </p:spPr>
      </p:pic>
      <p:pic>
        <p:nvPicPr>
          <p:cNvPr id="660" name="Picture 9" descr="Picture 9"/>
          <p:cNvPicPr>
            <a:picLocks noChangeAspect="1"/>
          </p:cNvPicPr>
          <p:nvPr/>
        </p:nvPicPr>
        <p:blipFill>
          <a:blip r:embed="rId3"/>
          <a:stretch>
            <a:fillRect/>
          </a:stretch>
        </p:blipFill>
        <p:spPr>
          <a:xfrm>
            <a:off x="8970126" y="295810"/>
            <a:ext cx="959441" cy="733788"/>
          </a:xfrm>
          <a:prstGeom prst="rect">
            <a:avLst/>
          </a:prstGeom>
          <a:ln w="12700">
            <a:miter lim="400000"/>
          </a:ln>
        </p:spPr>
      </p:pic>
      <p:pic>
        <p:nvPicPr>
          <p:cNvPr id="661" name="pasted-movie.png" descr="pasted-movie.png"/>
          <p:cNvPicPr>
            <a:picLocks noChangeAspect="1"/>
          </p:cNvPicPr>
          <p:nvPr/>
        </p:nvPicPr>
        <p:blipFill>
          <a:blip r:embed="rId4"/>
          <a:stretch>
            <a:fillRect/>
          </a:stretch>
        </p:blipFill>
        <p:spPr>
          <a:xfrm>
            <a:off x="11474078" y="103953"/>
            <a:ext cx="526003" cy="1065320"/>
          </a:xfrm>
          <a:prstGeom prst="rect">
            <a:avLst/>
          </a:prstGeom>
          <a:ln w="12700">
            <a:miter lim="400000"/>
          </a:ln>
        </p:spPr>
      </p:pic>
      <p:pic>
        <p:nvPicPr>
          <p:cNvPr id="662" name="pasted-movie.png" descr="pasted-movie.png"/>
          <p:cNvPicPr>
            <a:picLocks noChangeAspect="1"/>
          </p:cNvPicPr>
          <p:nvPr/>
        </p:nvPicPr>
        <p:blipFill>
          <a:blip r:embed="rId5"/>
          <a:srcRect l="13941" t="19365" r="13941" b="19365"/>
          <a:stretch>
            <a:fillRect/>
          </a:stretch>
        </p:blipFill>
        <p:spPr>
          <a:xfrm>
            <a:off x="7968564" y="251012"/>
            <a:ext cx="907559" cy="771035"/>
          </a:xfrm>
          <a:prstGeom prst="rect">
            <a:avLst/>
          </a:prstGeom>
          <a:ln w="12700">
            <a:miter lim="400000"/>
          </a:ln>
        </p:spPr>
      </p:pic>
      <p:pic>
        <p:nvPicPr>
          <p:cNvPr id="663" name="Image" descr="Image"/>
          <p:cNvPicPr>
            <a:picLocks noChangeAspect="1"/>
          </p:cNvPicPr>
          <p:nvPr/>
        </p:nvPicPr>
        <p:blipFill>
          <a:blip r:embed="rId6"/>
          <a:stretch>
            <a:fillRect/>
          </a:stretch>
        </p:blipFill>
        <p:spPr>
          <a:xfrm>
            <a:off x="7847704" y="2355271"/>
            <a:ext cx="2919045" cy="2837091"/>
          </a:xfrm>
          <a:prstGeom prst="rect">
            <a:avLst/>
          </a:prstGeom>
          <a:ln w="12700">
            <a:miter lim="400000"/>
          </a:ln>
        </p:spPr>
      </p:pic>
      <p:sp>
        <p:nvSpPr>
          <p:cNvPr id="664" name="Thank you!"/>
          <p:cNvSpPr txBox="1">
            <a:spLocks noGrp="1"/>
          </p:cNvSpPr>
          <p:nvPr>
            <p:ph type="ctrTitle" idx="4294967295"/>
          </p:nvPr>
        </p:nvSpPr>
        <p:spPr>
          <a:xfrm>
            <a:off x="4352098" y="2352844"/>
            <a:ext cx="4403897" cy="3307515"/>
          </a:xfrm>
          <a:prstGeom prst="rect">
            <a:avLst/>
          </a:prstGeom>
        </p:spPr>
        <p:txBody>
          <a:bodyPr lIns="91440" tIns="45720" rIns="91440" bIns="45720" anchor="t"/>
          <a:lstStyle>
            <a:lvl1pPr>
              <a:lnSpc>
                <a:spcPct val="60000"/>
              </a:lnSpc>
              <a:defRPr sz="8000">
                <a:solidFill>
                  <a:srgbClr val="FFFFFF"/>
                </a:solidFill>
                <a:latin typeface="Merriweather Sans Regular ExtraBold"/>
                <a:ea typeface="Merriweather Sans Regular ExtraBold"/>
                <a:cs typeface="Merriweather Sans Regular ExtraBold"/>
                <a:sym typeface="Merriweather Sans Regular ExtraBold"/>
              </a:defRPr>
            </a:lvl1pPr>
          </a:lstStyle>
          <a:p>
            <a:pPr>
              <a:lnSpc>
                <a:spcPct val="100000"/>
              </a:lnSpc>
            </a:pPr>
            <a:r>
              <a:rPr b="1">
                <a:latin typeface="Microsoft YaHei"/>
              </a:rPr>
              <a:t>Thank you!</a:t>
            </a:r>
            <a:endParaRPr lang="en-US" b="1">
              <a:latin typeface="Microsoft YaHei"/>
            </a:endParaRPr>
          </a:p>
        </p:txBody>
      </p:sp>
      <p:pic>
        <p:nvPicPr>
          <p:cNvPr id="665" name="Image" descr="Image"/>
          <p:cNvPicPr>
            <a:picLocks noChangeAspect="1"/>
          </p:cNvPicPr>
          <p:nvPr/>
        </p:nvPicPr>
        <p:blipFill>
          <a:blip r:embed="rId7"/>
          <a:stretch>
            <a:fillRect/>
          </a:stretch>
        </p:blipFill>
        <p:spPr>
          <a:xfrm>
            <a:off x="-603668" y="647699"/>
            <a:ext cx="5015131" cy="7024001"/>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frontiertech">
  <a:themeElements>
    <a:clrScheme name="frontiertech">
      <a:dk1>
        <a:srgbClr val="2B2551"/>
      </a:dk1>
      <a:lt1>
        <a:srgbClr val="FEFFFE"/>
      </a:lt1>
      <a:dk2>
        <a:srgbClr val="A7A7A7"/>
      </a:dk2>
      <a:lt2>
        <a:srgbClr val="535353"/>
      </a:lt2>
      <a:accent1>
        <a:srgbClr val="FEC736"/>
      </a:accent1>
      <a:accent2>
        <a:srgbClr val="4CA2A9"/>
      </a:accent2>
      <a:accent3>
        <a:srgbClr val="5E73AC"/>
      </a:accent3>
      <a:accent4>
        <a:srgbClr val="B68A29"/>
      </a:accent4>
      <a:accent5>
        <a:srgbClr val="5B9BD5"/>
      </a:accent5>
      <a:accent6>
        <a:srgbClr val="70AD47"/>
      </a:accent6>
      <a:hlink>
        <a:srgbClr val="0000FF"/>
      </a:hlink>
      <a:folHlink>
        <a:srgbClr val="FF00FF"/>
      </a:folHlink>
    </a:clrScheme>
    <a:fontScheme name="frontiertech">
      <a:majorFont>
        <a:latin typeface="Calibri"/>
        <a:ea typeface="Calibri"/>
        <a:cs typeface="Calibri"/>
      </a:majorFont>
      <a:minorFont>
        <a:latin typeface="Helvetica"/>
        <a:ea typeface="Helvetica"/>
        <a:cs typeface="Helvetica"/>
      </a:minorFont>
    </a:fontScheme>
    <a:fmtScheme name="frontierte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frontiertech">
  <a:themeElements>
    <a:clrScheme name="frontiertech">
      <a:dk1>
        <a:srgbClr val="000000"/>
      </a:dk1>
      <a:lt1>
        <a:srgbClr val="FFFFFF"/>
      </a:lt1>
      <a:dk2>
        <a:srgbClr val="A7A7A7"/>
      </a:dk2>
      <a:lt2>
        <a:srgbClr val="535353"/>
      </a:lt2>
      <a:accent1>
        <a:srgbClr val="FEC736"/>
      </a:accent1>
      <a:accent2>
        <a:srgbClr val="4CA2A9"/>
      </a:accent2>
      <a:accent3>
        <a:srgbClr val="5E73AC"/>
      </a:accent3>
      <a:accent4>
        <a:srgbClr val="B68A29"/>
      </a:accent4>
      <a:accent5>
        <a:srgbClr val="5B9BD5"/>
      </a:accent5>
      <a:accent6>
        <a:srgbClr val="70AD47"/>
      </a:accent6>
      <a:hlink>
        <a:srgbClr val="0000FF"/>
      </a:hlink>
      <a:folHlink>
        <a:srgbClr val="FF00FF"/>
      </a:folHlink>
    </a:clrScheme>
    <a:fontScheme name="frontiertech">
      <a:majorFont>
        <a:latin typeface="Calibri"/>
        <a:ea typeface="Calibri"/>
        <a:cs typeface="Calibri"/>
      </a:majorFont>
      <a:minorFont>
        <a:latin typeface="Helvetica"/>
        <a:ea typeface="Helvetica"/>
        <a:cs typeface="Helvetica"/>
      </a:minorFont>
    </a:fontScheme>
    <a:fmtScheme name="frontierte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EFFF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E143D1C5787741A32900B1AAFCBD72" ma:contentTypeVersion="12" ma:contentTypeDescription="Create a new document." ma:contentTypeScope="" ma:versionID="98d4c96145a8b17e9fff90eab9ca68f0">
  <xsd:schema xmlns:xsd="http://www.w3.org/2001/XMLSchema" xmlns:xs="http://www.w3.org/2001/XMLSchema" xmlns:p="http://schemas.microsoft.com/office/2006/metadata/properties" xmlns:ns2="e59d4f0a-da11-448e-9efc-0363bd6fbe0b" xmlns:ns3="95d08fbf-8f14-49cd-995b-70d3d8052f28" targetNamespace="http://schemas.microsoft.com/office/2006/metadata/properties" ma:root="true" ma:fieldsID="9784b73e3df35892c495d73524560a3e" ns2:_="" ns3:_="">
    <xsd:import namespace="e59d4f0a-da11-448e-9efc-0363bd6fbe0b"/>
    <xsd:import namespace="95d08fbf-8f14-49cd-995b-70d3d8052f2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9d4f0a-da11-448e-9efc-0363bd6fbe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8ebb0a5-c57d-4c3a-bec7-8a38252dd05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5d08fbf-8f14-49cd-995b-70d3d8052f2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af01732-3736-4081-a97b-b8f0f74c933c}" ma:internalName="TaxCatchAll" ma:showField="CatchAllData" ma:web="95d08fbf-8f14-49cd-995b-70d3d8052f2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5d08fbf-8f14-49cd-995b-70d3d8052f28" xsi:nil="true"/>
    <lcf76f155ced4ddcb4097134ff3c332f xmlns="e59d4f0a-da11-448e-9efc-0363bd6fbe0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92E959-92BD-435C-9FF9-8EB0E686F0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9d4f0a-da11-448e-9efc-0363bd6fbe0b"/>
    <ds:schemaRef ds:uri="95d08fbf-8f14-49cd-995b-70d3d8052f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22449C5-8A7C-4DDF-8BBD-9834F5F8D2B3}">
  <ds:schemaRefs>
    <ds:schemaRef ds:uri="6259e846-8b77-4076-b7b3-191dee427045"/>
    <ds:schemaRef ds:uri="97847797-b717-4ffb-b5fd-2a237f853cd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95d08fbf-8f14-49cd-995b-70d3d8052f28"/>
    <ds:schemaRef ds:uri="e59d4f0a-da11-448e-9efc-0363bd6fbe0b"/>
  </ds:schemaRefs>
</ds:datastoreItem>
</file>

<file path=customXml/itemProps3.xml><?xml version="1.0" encoding="utf-8"?>
<ds:datastoreItem xmlns:ds="http://schemas.openxmlformats.org/officeDocument/2006/customXml" ds:itemID="{E2FFB1A3-86F8-4D83-B399-9B6D5E293C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65</TotalTime>
  <Words>966</Words>
  <Application>Microsoft Office PowerPoint</Application>
  <PresentationFormat>Widescreen</PresentationFormat>
  <Paragraphs>72</Paragraphs>
  <Slides>16</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Microsoft YaHei</vt:lpstr>
      <vt:lpstr>Microsoft YaHei Light</vt:lpstr>
      <vt:lpstr>Arial</vt:lpstr>
      <vt:lpstr>Calibri</vt:lpstr>
      <vt:lpstr>Calibri Light</vt:lpstr>
      <vt:lpstr>Helvetica Neue Thin</vt:lpstr>
      <vt:lpstr>frontiertech</vt:lpstr>
      <vt:lpstr>PowerPoint Presentation</vt:lpstr>
      <vt:lpstr>PowerPoint Presentation</vt:lpstr>
      <vt:lpstr>Outline</vt:lpstr>
      <vt:lpstr>Background</vt:lpstr>
      <vt:lpstr>Objectives</vt:lpstr>
      <vt:lpstr>SDG Relation</vt:lpstr>
      <vt:lpstr>PowerPoint Presentation</vt:lpstr>
      <vt:lpstr>Data</vt:lpstr>
      <vt:lpstr>PowerPoint Presentation</vt:lpstr>
      <vt:lpstr>Model Selection and Training/Testing</vt:lpstr>
      <vt:lpstr>PowerPoint Presentation</vt:lpstr>
      <vt:lpstr>Evaluation Results</vt:lpstr>
      <vt:lpstr>PowerPoint Presentation</vt:lpstr>
      <vt:lpstr>Deployment</vt:lpstr>
      <vt:lpstr>Conclusion and Futurework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Omidjan Zazai</cp:lastModifiedBy>
  <cp:revision>22</cp:revision>
  <dcterms:modified xsi:type="dcterms:W3CDTF">2025-03-06T07:07:24Z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0x010100D2E143D1C5787741A32900B1AAFCBD72</vt:lpwstr>
  </property>
  <property fmtid="{D5CDD505-2E9C-101B-9397-08002B2CF9AE}" pid="3" name="MediaServiceImageTags">
    <vt:lpwstr/>
  </property>
</Properties>
</file>